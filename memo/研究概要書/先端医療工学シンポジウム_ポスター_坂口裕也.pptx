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8" r:id="rId5"/>
  </p:sldIdLst>
  <p:sldSz cx="30275213" cy="42803763"/>
  <p:notesSz cx="6858000" cy="9144000"/>
  <p:defaultTextStyle>
    <a:defPPr>
      <a:defRPr lang="ja-JP"/>
    </a:defPPr>
    <a:lvl1pPr marL="0" algn="l" defTabSz="3507730" rtl="0" eaLnBrk="1" latinLnBrk="0" hangingPunct="1">
      <a:defRPr kumimoji="1" sz="6905" kern="1200">
        <a:solidFill>
          <a:schemeClr val="tx1"/>
        </a:solidFill>
        <a:latin typeface="+mn-lt"/>
        <a:ea typeface="+mn-ea"/>
        <a:cs typeface="+mn-cs"/>
      </a:defRPr>
    </a:lvl1pPr>
    <a:lvl2pPr marL="1753865" algn="l" defTabSz="3507730" rtl="0" eaLnBrk="1" latinLnBrk="0" hangingPunct="1">
      <a:defRPr kumimoji="1" sz="6905" kern="1200">
        <a:solidFill>
          <a:schemeClr val="tx1"/>
        </a:solidFill>
        <a:latin typeface="+mn-lt"/>
        <a:ea typeface="+mn-ea"/>
        <a:cs typeface="+mn-cs"/>
      </a:defRPr>
    </a:lvl2pPr>
    <a:lvl3pPr marL="3507730" algn="l" defTabSz="3507730" rtl="0" eaLnBrk="1" latinLnBrk="0" hangingPunct="1">
      <a:defRPr kumimoji="1" sz="6905" kern="1200">
        <a:solidFill>
          <a:schemeClr val="tx1"/>
        </a:solidFill>
        <a:latin typeface="+mn-lt"/>
        <a:ea typeface="+mn-ea"/>
        <a:cs typeface="+mn-cs"/>
      </a:defRPr>
    </a:lvl3pPr>
    <a:lvl4pPr marL="5261595" algn="l" defTabSz="3507730" rtl="0" eaLnBrk="1" latinLnBrk="0" hangingPunct="1">
      <a:defRPr kumimoji="1" sz="6905" kern="1200">
        <a:solidFill>
          <a:schemeClr val="tx1"/>
        </a:solidFill>
        <a:latin typeface="+mn-lt"/>
        <a:ea typeface="+mn-ea"/>
        <a:cs typeface="+mn-cs"/>
      </a:defRPr>
    </a:lvl4pPr>
    <a:lvl5pPr marL="7015460" algn="l" defTabSz="3507730" rtl="0" eaLnBrk="1" latinLnBrk="0" hangingPunct="1">
      <a:defRPr kumimoji="1" sz="6905" kern="1200">
        <a:solidFill>
          <a:schemeClr val="tx1"/>
        </a:solidFill>
        <a:latin typeface="+mn-lt"/>
        <a:ea typeface="+mn-ea"/>
        <a:cs typeface="+mn-cs"/>
      </a:defRPr>
    </a:lvl5pPr>
    <a:lvl6pPr marL="8769325" algn="l" defTabSz="3507730" rtl="0" eaLnBrk="1" latinLnBrk="0" hangingPunct="1">
      <a:defRPr kumimoji="1" sz="6905" kern="1200">
        <a:solidFill>
          <a:schemeClr val="tx1"/>
        </a:solidFill>
        <a:latin typeface="+mn-lt"/>
        <a:ea typeface="+mn-ea"/>
        <a:cs typeface="+mn-cs"/>
      </a:defRPr>
    </a:lvl6pPr>
    <a:lvl7pPr marL="10523190" algn="l" defTabSz="3507730" rtl="0" eaLnBrk="1" latinLnBrk="0" hangingPunct="1">
      <a:defRPr kumimoji="1" sz="6905" kern="1200">
        <a:solidFill>
          <a:schemeClr val="tx1"/>
        </a:solidFill>
        <a:latin typeface="+mn-lt"/>
        <a:ea typeface="+mn-ea"/>
        <a:cs typeface="+mn-cs"/>
      </a:defRPr>
    </a:lvl7pPr>
    <a:lvl8pPr marL="12277054" algn="l" defTabSz="3507730" rtl="0" eaLnBrk="1" latinLnBrk="0" hangingPunct="1">
      <a:defRPr kumimoji="1" sz="6905" kern="1200">
        <a:solidFill>
          <a:schemeClr val="tx1"/>
        </a:solidFill>
        <a:latin typeface="+mn-lt"/>
        <a:ea typeface="+mn-ea"/>
        <a:cs typeface="+mn-cs"/>
      </a:defRPr>
    </a:lvl8pPr>
    <a:lvl9pPr marL="14030919" algn="l" defTabSz="3507730" rtl="0" eaLnBrk="1" latinLnBrk="0" hangingPunct="1">
      <a:defRPr kumimoji="1" sz="690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AEA3"/>
    <a:srgbClr val="71EFCE"/>
    <a:srgbClr val="C55A11"/>
    <a:srgbClr val="FF3300"/>
    <a:srgbClr val="12B69B"/>
    <a:srgbClr val="004D40"/>
    <a:srgbClr val="0F9AA9"/>
    <a:srgbClr val="0E8C77"/>
    <a:srgbClr val="13336F"/>
    <a:srgbClr val="D7BA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テーマ スタイル 2 - アクセント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854" autoAdjust="0"/>
    <p:restoredTop sz="94038" autoAdjust="0"/>
  </p:normalViewPr>
  <p:slideViewPr>
    <p:cSldViewPr snapToGrid="0" snapToObjects="1">
      <p:cViewPr>
        <p:scale>
          <a:sx n="32" d="100"/>
          <a:sy n="32" d="100"/>
        </p:scale>
        <p:origin x="444" y="-96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95" d="100"/>
          <a:sy n="95" d="100"/>
        </p:scale>
        <p:origin x="3376"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4E6CCD-5344-4CE2-B1BF-DC418FC37048}" type="datetimeFigureOut">
              <a:rPr kumimoji="1" lang="ja-JP" altLang="en-US" smtClean="0"/>
              <a:t>2025/11/28</a:t>
            </a:fld>
            <a:endParaRPr kumimoji="1" lang="ja-JP" altLang="en-US"/>
          </a:p>
        </p:txBody>
      </p:sp>
      <p:sp>
        <p:nvSpPr>
          <p:cNvPr id="4" name="スライド イメージ プレースホルダー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E8B0D0-6916-4E2F-9080-7D88CDF3DCDE}" type="slidenum">
              <a:rPr kumimoji="1" lang="ja-JP" altLang="en-US" smtClean="0"/>
              <a:t>‹#›</a:t>
            </a:fld>
            <a:endParaRPr kumimoji="1" lang="ja-JP" altLang="en-US"/>
          </a:p>
        </p:txBody>
      </p:sp>
    </p:spTree>
    <p:extLst>
      <p:ext uri="{BB962C8B-B14F-4D97-AF65-F5344CB8AC3E}">
        <p14:creationId xmlns:p14="http://schemas.microsoft.com/office/powerpoint/2010/main" val="32624172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338388" y="1143000"/>
            <a:ext cx="2181225"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65E8B0D0-6916-4E2F-9080-7D88CDF3DCDE}" type="slidenum">
              <a:rPr kumimoji="1" lang="ja-JP" altLang="en-US" smtClean="0"/>
              <a:t>1</a:t>
            </a:fld>
            <a:endParaRPr kumimoji="1" lang="ja-JP" altLang="en-US"/>
          </a:p>
        </p:txBody>
      </p:sp>
    </p:spTree>
    <p:extLst>
      <p:ext uri="{BB962C8B-B14F-4D97-AF65-F5344CB8AC3E}">
        <p14:creationId xmlns:p14="http://schemas.microsoft.com/office/powerpoint/2010/main" val="847915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270643" y="7005165"/>
            <a:ext cx="25733931" cy="14902053"/>
          </a:xfrm>
        </p:spPr>
        <p:txBody>
          <a:bodyPr anchor="b"/>
          <a:lstStyle>
            <a:lvl1pPr algn="ctr">
              <a:defRPr sz="19872"/>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3784402" y="22481886"/>
            <a:ext cx="22706410" cy="10334333"/>
          </a:xfrm>
        </p:spPr>
        <p:txBody>
          <a:bodyPr/>
          <a:lstStyle>
            <a:lvl1pPr marL="0" indent="0" algn="ctr">
              <a:buNone/>
              <a:defRPr sz="7949"/>
            </a:lvl1pPr>
            <a:lvl2pPr marL="1514087" indent="0" algn="ctr">
              <a:buNone/>
              <a:defRPr sz="6624"/>
            </a:lvl2pPr>
            <a:lvl3pPr marL="3028173" indent="0" algn="ctr">
              <a:buNone/>
              <a:defRPr sz="5962"/>
            </a:lvl3pPr>
            <a:lvl4pPr marL="4542265" indent="0" algn="ctr">
              <a:buNone/>
              <a:defRPr sz="5299"/>
            </a:lvl4pPr>
            <a:lvl5pPr marL="6056352" indent="0" algn="ctr">
              <a:buNone/>
              <a:defRPr sz="5299"/>
            </a:lvl5pPr>
            <a:lvl6pPr marL="7570444" indent="0" algn="ctr">
              <a:buNone/>
              <a:defRPr sz="5299"/>
            </a:lvl6pPr>
            <a:lvl7pPr marL="9084531" indent="0" algn="ctr">
              <a:buNone/>
              <a:defRPr sz="5299"/>
            </a:lvl7pPr>
            <a:lvl8pPr marL="10598617" indent="0" algn="ctr">
              <a:buNone/>
              <a:defRPr sz="5299"/>
            </a:lvl8pPr>
            <a:lvl9pPr marL="12112704" indent="0" algn="ctr">
              <a:buNone/>
              <a:defRPr sz="5299"/>
            </a:lvl9pPr>
          </a:lstStyle>
          <a:p>
            <a:r>
              <a:rPr lang="ja-JP" altLang="en-US" dirty="0"/>
              <a:t>マスター サブタイトルの書式設定</a:t>
            </a:r>
            <a:endParaRPr lang="en-US" dirty="0"/>
          </a:p>
        </p:txBody>
      </p:sp>
      <p:sp>
        <p:nvSpPr>
          <p:cNvPr id="4" name="Date Placeholder 3"/>
          <p:cNvSpPr>
            <a:spLocks noGrp="1"/>
          </p:cNvSpPr>
          <p:nvPr>
            <p:ph type="dt" sz="half" idx="10"/>
          </p:nvPr>
        </p:nvSpPr>
        <p:spPr/>
        <p:txBody>
          <a:bodyPr/>
          <a:lstStyle/>
          <a:p>
            <a:fld id="{BA63BC81-7350-A349-9614-9EE98B242627}" type="datetimeFigureOut">
              <a:t>2025/11/28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3755370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BA63BC81-7350-A349-9614-9EE98B242627}" type="datetimeFigureOut">
              <a:t>2025/11/28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2784902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065656" y="10671237"/>
            <a:ext cx="26112371" cy="17805174"/>
          </a:xfrm>
        </p:spPr>
        <p:txBody>
          <a:bodyPr anchor="b"/>
          <a:lstStyle>
            <a:lvl1pPr>
              <a:defRPr sz="19872"/>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2065656" y="28644851"/>
            <a:ext cx="26112371" cy="9363323"/>
          </a:xfrm>
        </p:spPr>
        <p:txBody>
          <a:bodyPr/>
          <a:lstStyle>
            <a:lvl1pPr marL="0" indent="0">
              <a:buNone/>
              <a:defRPr sz="7949">
                <a:solidFill>
                  <a:schemeClr val="tx1"/>
                </a:solidFill>
              </a:defRPr>
            </a:lvl1pPr>
            <a:lvl2pPr marL="1514087" indent="0">
              <a:buNone/>
              <a:defRPr sz="6624">
                <a:solidFill>
                  <a:schemeClr val="tx1">
                    <a:tint val="75000"/>
                  </a:schemeClr>
                </a:solidFill>
              </a:defRPr>
            </a:lvl2pPr>
            <a:lvl3pPr marL="3028173" indent="0">
              <a:buNone/>
              <a:defRPr sz="5962">
                <a:solidFill>
                  <a:schemeClr val="tx1">
                    <a:tint val="75000"/>
                  </a:schemeClr>
                </a:solidFill>
              </a:defRPr>
            </a:lvl3pPr>
            <a:lvl4pPr marL="4542265" indent="0">
              <a:buNone/>
              <a:defRPr sz="5299">
                <a:solidFill>
                  <a:schemeClr val="tx1">
                    <a:tint val="75000"/>
                  </a:schemeClr>
                </a:solidFill>
              </a:defRPr>
            </a:lvl4pPr>
            <a:lvl5pPr marL="6056352" indent="0">
              <a:buNone/>
              <a:defRPr sz="5299">
                <a:solidFill>
                  <a:schemeClr val="tx1">
                    <a:tint val="75000"/>
                  </a:schemeClr>
                </a:solidFill>
              </a:defRPr>
            </a:lvl5pPr>
            <a:lvl6pPr marL="7570444" indent="0">
              <a:buNone/>
              <a:defRPr sz="5299">
                <a:solidFill>
                  <a:schemeClr val="tx1">
                    <a:tint val="75000"/>
                  </a:schemeClr>
                </a:solidFill>
              </a:defRPr>
            </a:lvl6pPr>
            <a:lvl7pPr marL="9084531" indent="0">
              <a:buNone/>
              <a:defRPr sz="5299">
                <a:solidFill>
                  <a:schemeClr val="tx1">
                    <a:tint val="75000"/>
                  </a:schemeClr>
                </a:solidFill>
              </a:defRPr>
            </a:lvl7pPr>
            <a:lvl8pPr marL="10598617" indent="0">
              <a:buNone/>
              <a:defRPr sz="5299">
                <a:solidFill>
                  <a:schemeClr val="tx1">
                    <a:tint val="75000"/>
                  </a:schemeClr>
                </a:solidFill>
              </a:defRPr>
            </a:lvl8pPr>
            <a:lvl9pPr marL="12112704" indent="0">
              <a:buNone/>
              <a:defRPr sz="5299">
                <a:solidFill>
                  <a:schemeClr val="tx1">
                    <a:tint val="75000"/>
                  </a:schemeClr>
                </a:solidFill>
              </a:defRPr>
            </a:lvl9p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BA63BC81-7350-A349-9614-9EE98B242627}" type="datetimeFigureOut">
              <a:t>2025/11/28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2342883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2081421" y="11394523"/>
            <a:ext cx="12866966" cy="27158593"/>
          </a:xfrm>
        </p:spPr>
        <p:txBody>
          <a:body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15326826" y="11394523"/>
            <a:ext cx="12866966" cy="27158593"/>
          </a:xfrm>
        </p:spPr>
        <p:txBody>
          <a:body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fld id="{BA63BC81-7350-A349-9614-9EE98B242627}" type="datetimeFigureOut">
              <a:t>2025/11/28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2273169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2085366" y="2278911"/>
            <a:ext cx="26112371" cy="8273417"/>
          </a:xfrm>
        </p:spPr>
        <p:txBody>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2085368" y="10492878"/>
            <a:ext cx="12807832" cy="5142391"/>
          </a:xfrm>
        </p:spPr>
        <p:txBody>
          <a:bodyPr anchor="b"/>
          <a:lstStyle>
            <a:lvl1pPr marL="0" indent="0">
              <a:buNone/>
              <a:defRPr sz="7949" b="1"/>
            </a:lvl1pPr>
            <a:lvl2pPr marL="1514087" indent="0">
              <a:buNone/>
              <a:defRPr sz="6624" b="1"/>
            </a:lvl2pPr>
            <a:lvl3pPr marL="3028173" indent="0">
              <a:buNone/>
              <a:defRPr sz="5962" b="1"/>
            </a:lvl3pPr>
            <a:lvl4pPr marL="4542265" indent="0">
              <a:buNone/>
              <a:defRPr sz="5299" b="1"/>
            </a:lvl4pPr>
            <a:lvl5pPr marL="6056352" indent="0">
              <a:buNone/>
              <a:defRPr sz="5299" b="1"/>
            </a:lvl5pPr>
            <a:lvl6pPr marL="7570444" indent="0">
              <a:buNone/>
              <a:defRPr sz="5299" b="1"/>
            </a:lvl6pPr>
            <a:lvl7pPr marL="9084531" indent="0">
              <a:buNone/>
              <a:defRPr sz="5299" b="1"/>
            </a:lvl7pPr>
            <a:lvl8pPr marL="10598617" indent="0">
              <a:buNone/>
              <a:defRPr sz="5299" b="1"/>
            </a:lvl8pPr>
            <a:lvl9pPr marL="12112704" indent="0">
              <a:buNone/>
              <a:defRPr sz="5299" b="1"/>
            </a:lvl9p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2085368" y="15635266"/>
            <a:ext cx="12807832" cy="22997115"/>
          </a:xfrm>
        </p:spPr>
        <p:txBody>
          <a:body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5" name="Text Placeholder 4"/>
          <p:cNvSpPr>
            <a:spLocks noGrp="1"/>
          </p:cNvSpPr>
          <p:nvPr>
            <p:ph type="body" sz="quarter" idx="3"/>
          </p:nvPr>
        </p:nvSpPr>
        <p:spPr>
          <a:xfrm>
            <a:off x="15326830" y="10492878"/>
            <a:ext cx="12870909" cy="5142391"/>
          </a:xfrm>
        </p:spPr>
        <p:txBody>
          <a:bodyPr anchor="b"/>
          <a:lstStyle>
            <a:lvl1pPr marL="0" indent="0">
              <a:buNone/>
              <a:defRPr sz="7949" b="1"/>
            </a:lvl1pPr>
            <a:lvl2pPr marL="1514087" indent="0">
              <a:buNone/>
              <a:defRPr sz="6624" b="1"/>
            </a:lvl2pPr>
            <a:lvl3pPr marL="3028173" indent="0">
              <a:buNone/>
              <a:defRPr sz="5962" b="1"/>
            </a:lvl3pPr>
            <a:lvl4pPr marL="4542265" indent="0">
              <a:buNone/>
              <a:defRPr sz="5299" b="1"/>
            </a:lvl4pPr>
            <a:lvl5pPr marL="6056352" indent="0">
              <a:buNone/>
              <a:defRPr sz="5299" b="1"/>
            </a:lvl5pPr>
            <a:lvl6pPr marL="7570444" indent="0">
              <a:buNone/>
              <a:defRPr sz="5299" b="1"/>
            </a:lvl6pPr>
            <a:lvl7pPr marL="9084531" indent="0">
              <a:buNone/>
              <a:defRPr sz="5299" b="1"/>
            </a:lvl7pPr>
            <a:lvl8pPr marL="10598617" indent="0">
              <a:buNone/>
              <a:defRPr sz="5299" b="1"/>
            </a:lvl8pPr>
            <a:lvl9pPr marL="12112704" indent="0">
              <a:buNone/>
              <a:defRPr sz="5299" b="1"/>
            </a:lvl9p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6" name="Content Placeholder 5"/>
          <p:cNvSpPr>
            <a:spLocks noGrp="1"/>
          </p:cNvSpPr>
          <p:nvPr>
            <p:ph sz="quarter" idx="4"/>
          </p:nvPr>
        </p:nvSpPr>
        <p:spPr>
          <a:xfrm>
            <a:off x="15326830" y="15635266"/>
            <a:ext cx="12870909" cy="22997115"/>
          </a:xfrm>
        </p:spPr>
        <p:txBody>
          <a:body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7" name="Date Placeholder 6"/>
          <p:cNvSpPr>
            <a:spLocks noGrp="1"/>
          </p:cNvSpPr>
          <p:nvPr>
            <p:ph type="dt" sz="half" idx="10"/>
          </p:nvPr>
        </p:nvSpPr>
        <p:spPr/>
        <p:txBody>
          <a:bodyPr/>
          <a:lstStyle/>
          <a:p>
            <a:fld id="{BA63BC81-7350-A349-9614-9EE98B242627}" type="datetimeFigureOut">
              <a:t>2025/11/28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1791453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Date Placeholder 2"/>
          <p:cNvSpPr>
            <a:spLocks noGrp="1"/>
          </p:cNvSpPr>
          <p:nvPr>
            <p:ph type="dt" sz="half" idx="10"/>
          </p:nvPr>
        </p:nvSpPr>
        <p:spPr/>
        <p:txBody>
          <a:bodyPr/>
          <a:lstStyle/>
          <a:p>
            <a:fld id="{BA63BC81-7350-A349-9614-9EE98B242627}" type="datetimeFigureOut">
              <a:t>2025/11/28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3925462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63BC81-7350-A349-9614-9EE98B242627}" type="datetimeFigureOut">
              <a:t>2025/11/28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3466438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5"/>
            <a:ext cx="9764544" cy="9987544"/>
          </a:xfrm>
        </p:spPr>
        <p:txBody>
          <a:bodyPr anchor="b"/>
          <a:lstStyle>
            <a:lvl1pPr>
              <a:defRPr sz="10598"/>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12870911" y="6162962"/>
            <a:ext cx="15326827" cy="30418413"/>
          </a:xfrm>
        </p:spPr>
        <p:txBody>
          <a:bodyPr/>
          <a:lstStyle>
            <a:lvl1pPr>
              <a:defRPr sz="10598"/>
            </a:lvl1pPr>
            <a:lvl2pPr>
              <a:defRPr sz="9274"/>
            </a:lvl2pPr>
            <a:lvl3pPr>
              <a:defRPr sz="7949"/>
            </a:lvl3pPr>
            <a:lvl4pPr>
              <a:defRPr sz="6624"/>
            </a:lvl4pPr>
            <a:lvl5pPr>
              <a:defRPr sz="6624"/>
            </a:lvl5pPr>
            <a:lvl6pPr>
              <a:defRPr sz="6624"/>
            </a:lvl6pPr>
            <a:lvl7pPr>
              <a:defRPr sz="6624"/>
            </a:lvl7pPr>
            <a:lvl8pPr>
              <a:defRPr sz="6624"/>
            </a:lvl8pPr>
            <a:lvl9pPr>
              <a:defRPr sz="6624"/>
            </a:lvl9p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4" name="Text Placeholder 3"/>
          <p:cNvSpPr>
            <a:spLocks noGrp="1"/>
          </p:cNvSpPr>
          <p:nvPr>
            <p:ph type="body" sz="half" idx="2"/>
          </p:nvPr>
        </p:nvSpPr>
        <p:spPr>
          <a:xfrm>
            <a:off x="2085364" y="12841126"/>
            <a:ext cx="9764544" cy="23789782"/>
          </a:xfrm>
        </p:spPr>
        <p:txBody>
          <a:bodyPr/>
          <a:lstStyle>
            <a:lvl1pPr marL="0" indent="0">
              <a:buNone/>
              <a:defRPr sz="5299"/>
            </a:lvl1pPr>
            <a:lvl2pPr marL="1514087" indent="0">
              <a:buNone/>
              <a:defRPr sz="4637"/>
            </a:lvl2pPr>
            <a:lvl3pPr marL="3028173" indent="0">
              <a:buNone/>
              <a:defRPr sz="3974"/>
            </a:lvl3pPr>
            <a:lvl4pPr marL="4542265" indent="0">
              <a:buNone/>
              <a:defRPr sz="3312"/>
            </a:lvl4pPr>
            <a:lvl5pPr marL="6056352" indent="0">
              <a:buNone/>
              <a:defRPr sz="3312"/>
            </a:lvl5pPr>
            <a:lvl6pPr marL="7570444" indent="0">
              <a:buNone/>
              <a:defRPr sz="3312"/>
            </a:lvl6pPr>
            <a:lvl7pPr marL="9084531" indent="0">
              <a:buNone/>
              <a:defRPr sz="3312"/>
            </a:lvl7pPr>
            <a:lvl8pPr marL="10598617" indent="0">
              <a:buNone/>
              <a:defRPr sz="3312"/>
            </a:lvl8pPr>
            <a:lvl9pPr marL="12112704" indent="0">
              <a:buNone/>
              <a:defRPr sz="3312"/>
            </a:lvl9p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fld id="{BA63BC81-7350-A349-9614-9EE98B242627}" type="datetimeFigureOut">
              <a:t>2025/11/28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20678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5"/>
            <a:ext cx="9764544" cy="9987544"/>
          </a:xfrm>
        </p:spPr>
        <p:txBody>
          <a:bodyPr anchor="b"/>
          <a:lstStyle>
            <a:lvl1pPr>
              <a:defRPr sz="10598"/>
            </a:lvl1pPr>
          </a:lstStyle>
          <a:p>
            <a:r>
              <a:rPr lang="ja-JP" altLang="en-US" dirty="0"/>
              <a:t>マスター タイトルの書式設定</a:t>
            </a:r>
            <a:endParaRPr lang="en-US" dirty="0"/>
          </a:p>
        </p:txBody>
      </p:sp>
      <p:sp>
        <p:nvSpPr>
          <p:cNvPr id="3" name="Picture Placeholder 2"/>
          <p:cNvSpPr>
            <a:spLocks noGrp="1" noChangeAspect="1"/>
          </p:cNvSpPr>
          <p:nvPr>
            <p:ph type="pic" idx="1"/>
          </p:nvPr>
        </p:nvSpPr>
        <p:spPr>
          <a:xfrm>
            <a:off x="12870911" y="6162962"/>
            <a:ext cx="15326827" cy="30418413"/>
          </a:xfrm>
        </p:spPr>
        <p:txBody>
          <a:bodyPr anchor="t"/>
          <a:lstStyle>
            <a:lvl1pPr marL="0" indent="0">
              <a:buNone/>
              <a:defRPr sz="10598"/>
            </a:lvl1pPr>
            <a:lvl2pPr marL="1514087" indent="0">
              <a:buNone/>
              <a:defRPr sz="9274"/>
            </a:lvl2pPr>
            <a:lvl3pPr marL="3028173" indent="0">
              <a:buNone/>
              <a:defRPr sz="7949"/>
            </a:lvl3pPr>
            <a:lvl4pPr marL="4542265" indent="0">
              <a:buNone/>
              <a:defRPr sz="6624"/>
            </a:lvl4pPr>
            <a:lvl5pPr marL="6056352" indent="0">
              <a:buNone/>
              <a:defRPr sz="6624"/>
            </a:lvl5pPr>
            <a:lvl6pPr marL="7570444" indent="0">
              <a:buNone/>
              <a:defRPr sz="6624"/>
            </a:lvl6pPr>
            <a:lvl7pPr marL="9084531" indent="0">
              <a:buNone/>
              <a:defRPr sz="6624"/>
            </a:lvl7pPr>
            <a:lvl8pPr marL="10598617" indent="0">
              <a:buNone/>
              <a:defRPr sz="6624"/>
            </a:lvl8pPr>
            <a:lvl9pPr marL="12112704" indent="0">
              <a:buNone/>
              <a:defRPr sz="6624"/>
            </a:lvl9pPr>
          </a:lstStyle>
          <a:p>
            <a:r>
              <a:rPr lang="ja-JP" altLang="en-US" dirty="0"/>
              <a:t>アイコンをクリックして図を追加</a:t>
            </a:r>
            <a:endParaRPr lang="en-US" dirty="0"/>
          </a:p>
        </p:txBody>
      </p:sp>
      <p:sp>
        <p:nvSpPr>
          <p:cNvPr id="4" name="Text Placeholder 3"/>
          <p:cNvSpPr>
            <a:spLocks noGrp="1"/>
          </p:cNvSpPr>
          <p:nvPr>
            <p:ph type="body" sz="half" idx="2"/>
          </p:nvPr>
        </p:nvSpPr>
        <p:spPr>
          <a:xfrm>
            <a:off x="2085364" y="12841126"/>
            <a:ext cx="9764544" cy="23789782"/>
          </a:xfrm>
        </p:spPr>
        <p:txBody>
          <a:bodyPr/>
          <a:lstStyle>
            <a:lvl1pPr marL="0" indent="0">
              <a:buNone/>
              <a:defRPr sz="5299"/>
            </a:lvl1pPr>
            <a:lvl2pPr marL="1514087" indent="0">
              <a:buNone/>
              <a:defRPr sz="4637"/>
            </a:lvl2pPr>
            <a:lvl3pPr marL="3028173" indent="0">
              <a:buNone/>
              <a:defRPr sz="3974"/>
            </a:lvl3pPr>
            <a:lvl4pPr marL="4542265" indent="0">
              <a:buNone/>
              <a:defRPr sz="3312"/>
            </a:lvl4pPr>
            <a:lvl5pPr marL="6056352" indent="0">
              <a:buNone/>
              <a:defRPr sz="3312"/>
            </a:lvl5pPr>
            <a:lvl6pPr marL="7570444" indent="0">
              <a:buNone/>
              <a:defRPr sz="3312"/>
            </a:lvl6pPr>
            <a:lvl7pPr marL="9084531" indent="0">
              <a:buNone/>
              <a:defRPr sz="3312"/>
            </a:lvl7pPr>
            <a:lvl8pPr marL="10598617" indent="0">
              <a:buNone/>
              <a:defRPr sz="3312"/>
            </a:lvl8pPr>
            <a:lvl9pPr marL="12112704" indent="0">
              <a:buNone/>
              <a:defRPr sz="3312"/>
            </a:lvl9p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fld id="{BA63BC81-7350-A349-9614-9EE98B242627}" type="datetimeFigureOut">
              <a:t>2025/11/28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110919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BA63BC81-7350-A349-9614-9EE98B242627}" type="datetimeFigureOut">
              <a:t>2025/11/28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3764266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3" y="2278914"/>
            <a:ext cx="6528093" cy="36274210"/>
          </a:xfrm>
        </p:spPr>
        <p:txBody>
          <a:bodyPr vert="eaVert"/>
          <a:lstStyle/>
          <a:p>
            <a:r>
              <a:rPr lang="ja-JP" altLang="en-US" dirty="0"/>
              <a:t>マスター タイトルの書式設定</a:t>
            </a:r>
            <a:endParaRPr lang="en-US" dirty="0"/>
          </a:p>
        </p:txBody>
      </p:sp>
      <p:sp>
        <p:nvSpPr>
          <p:cNvPr id="3" name="Vertical Text Placeholder 2"/>
          <p:cNvSpPr>
            <a:spLocks noGrp="1"/>
          </p:cNvSpPr>
          <p:nvPr>
            <p:ph type="body" orient="vert" idx="1"/>
          </p:nvPr>
        </p:nvSpPr>
        <p:spPr>
          <a:xfrm>
            <a:off x="2081423" y="2278914"/>
            <a:ext cx="19205838" cy="36274210"/>
          </a:xfrm>
        </p:spPr>
        <p:txBody>
          <a:bodyPr vert="eaVert"/>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BA63BC81-7350-A349-9614-9EE98B242627}" type="datetimeFigureOut">
              <a:t>2025/11/28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D2E98EE-9EA9-6B40-9CB4-F90F4BC43FA8}" type="slidenum">
              <a:t>‹#›</a:t>
            </a:fld>
            <a:endParaRPr kumimoji="1" lang="ja-JP" altLang="en-US"/>
          </a:p>
        </p:txBody>
      </p:sp>
    </p:spTree>
    <p:extLst>
      <p:ext uri="{BB962C8B-B14F-4D97-AF65-F5344CB8AC3E}">
        <p14:creationId xmlns:p14="http://schemas.microsoft.com/office/powerpoint/2010/main" val="4072371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3" y="2278911"/>
            <a:ext cx="26112371" cy="8273417"/>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2081423" y="11394523"/>
            <a:ext cx="26112371" cy="27158593"/>
          </a:xfrm>
          <a:prstGeom prst="rect">
            <a:avLst/>
          </a:prstGeom>
        </p:spPr>
        <p:txBody>
          <a:bodyPr vert="horz" lIns="91440" tIns="45720" rIns="91440" bIns="45720" rtlCol="0">
            <a:normAutofit/>
          </a:bodyPr>
          <a:lstStyle/>
          <a:p>
            <a:pPr lvl="0"/>
            <a:r>
              <a:rPr lang="ja-JP" altLang="en-US" dirty="0"/>
              <a:t>マスター テキストの書式設定
第 </a:t>
            </a:r>
            <a:r>
              <a:rPr lang="en-US" altLang="ja-JP" dirty="0"/>
              <a:t>2 </a:t>
            </a:r>
            <a:r>
              <a:rPr lang="ja-JP" altLang="en-US" dirty="0"/>
              <a:t>レベル
第 </a:t>
            </a:r>
            <a:r>
              <a:rPr lang="en-US" altLang="ja-JP" dirty="0"/>
              <a:t>3 </a:t>
            </a:r>
            <a:r>
              <a:rPr lang="ja-JP" altLang="en-US" dirty="0"/>
              <a:t>レベル
第 </a:t>
            </a:r>
            <a:r>
              <a:rPr lang="en-US" altLang="ja-JP" dirty="0"/>
              <a:t>4 </a:t>
            </a:r>
            <a:r>
              <a:rPr lang="ja-JP" altLang="en-US" dirty="0"/>
              <a:t>レベル
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2081423" y="39672756"/>
            <a:ext cx="6811923" cy="2278906"/>
          </a:xfrm>
          <a:prstGeom prst="rect">
            <a:avLst/>
          </a:prstGeom>
        </p:spPr>
        <p:txBody>
          <a:bodyPr vert="horz" lIns="91440" tIns="45720" rIns="91440" bIns="45720" rtlCol="0" anchor="ctr"/>
          <a:lstStyle>
            <a:lvl1pPr algn="l">
              <a:defRPr sz="3974">
                <a:solidFill>
                  <a:schemeClr val="tx1">
                    <a:tint val="75000"/>
                  </a:schemeClr>
                </a:solidFill>
              </a:defRPr>
            </a:lvl1pPr>
          </a:lstStyle>
          <a:p>
            <a:fld id="{BA63BC81-7350-A349-9614-9EE98B242627}" type="datetimeFigureOut">
              <a:t>2025/11/28</a:t>
            </a:fld>
            <a:endParaRPr kumimoji="1" lang="ja-JP" altLang="en-US"/>
          </a:p>
        </p:txBody>
      </p:sp>
      <p:sp>
        <p:nvSpPr>
          <p:cNvPr id="5" name="Footer Placeholder 4"/>
          <p:cNvSpPr>
            <a:spLocks noGrp="1"/>
          </p:cNvSpPr>
          <p:nvPr>
            <p:ph type="ftr" sz="quarter" idx="3"/>
          </p:nvPr>
        </p:nvSpPr>
        <p:spPr>
          <a:xfrm>
            <a:off x="10028665" y="39672756"/>
            <a:ext cx="10217884" cy="2278906"/>
          </a:xfrm>
          <a:prstGeom prst="rect">
            <a:avLst/>
          </a:prstGeom>
        </p:spPr>
        <p:txBody>
          <a:bodyPr vert="horz" lIns="91440" tIns="45720" rIns="91440" bIns="45720" rtlCol="0" anchor="ctr"/>
          <a:lstStyle>
            <a:lvl1pPr algn="ctr">
              <a:defRPr sz="3974">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21381871" y="39672756"/>
            <a:ext cx="6811923" cy="2278906"/>
          </a:xfrm>
          <a:prstGeom prst="rect">
            <a:avLst/>
          </a:prstGeom>
        </p:spPr>
        <p:txBody>
          <a:bodyPr vert="horz" lIns="91440" tIns="45720" rIns="91440" bIns="45720" rtlCol="0" anchor="ctr"/>
          <a:lstStyle>
            <a:lvl1pPr algn="r">
              <a:defRPr sz="3974">
                <a:solidFill>
                  <a:schemeClr val="tx1">
                    <a:tint val="75000"/>
                  </a:schemeClr>
                </a:solidFill>
              </a:defRPr>
            </a:lvl1pPr>
          </a:lstStyle>
          <a:p>
            <a:fld id="{CD2E98EE-9EA9-6B40-9CB4-F90F4BC43FA8}" type="slidenum">
              <a:t>‹#›</a:t>
            </a:fld>
            <a:endParaRPr kumimoji="1" lang="ja-JP" altLang="en-US"/>
          </a:p>
        </p:txBody>
      </p:sp>
    </p:spTree>
    <p:extLst>
      <p:ext uri="{BB962C8B-B14F-4D97-AF65-F5344CB8AC3E}">
        <p14:creationId xmlns:p14="http://schemas.microsoft.com/office/powerpoint/2010/main" val="42377371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8173" rtl="0" eaLnBrk="1" latinLnBrk="0" hangingPunct="1">
        <a:lnSpc>
          <a:spcPct val="90000"/>
        </a:lnSpc>
        <a:spcBef>
          <a:spcPct val="0"/>
        </a:spcBef>
        <a:buNone/>
        <a:defRPr kumimoji="1" sz="14567" kern="1200">
          <a:solidFill>
            <a:schemeClr val="tx1"/>
          </a:solidFill>
          <a:latin typeface="+mj-lt"/>
          <a:ea typeface="+mj-ea"/>
          <a:cs typeface="+mj-cs"/>
        </a:defRPr>
      </a:lvl1pPr>
    </p:titleStyle>
    <p:bodyStyle>
      <a:lvl1pPr marL="757046" indent="-757046" algn="l" defTabSz="3028173" rtl="0" eaLnBrk="1" latinLnBrk="0" hangingPunct="1">
        <a:lnSpc>
          <a:spcPct val="90000"/>
        </a:lnSpc>
        <a:spcBef>
          <a:spcPts val="3312"/>
        </a:spcBef>
        <a:buFont typeface="Arial" panose="020B0604020202020204" pitchFamily="34" charset="0"/>
        <a:buChar char="•"/>
        <a:defRPr kumimoji="1" sz="9274" kern="1200">
          <a:solidFill>
            <a:schemeClr val="tx1"/>
          </a:solidFill>
          <a:latin typeface="+mn-lt"/>
          <a:ea typeface="+mn-ea"/>
          <a:cs typeface="+mn-cs"/>
        </a:defRPr>
      </a:lvl1pPr>
      <a:lvl2pPr marL="2271133" indent="-757046" algn="l" defTabSz="3028173" rtl="0" eaLnBrk="1" latinLnBrk="0" hangingPunct="1">
        <a:lnSpc>
          <a:spcPct val="90000"/>
        </a:lnSpc>
        <a:spcBef>
          <a:spcPts val="1656"/>
        </a:spcBef>
        <a:buFont typeface="Arial" panose="020B0604020202020204" pitchFamily="34" charset="0"/>
        <a:buChar char="•"/>
        <a:defRPr kumimoji="1" sz="7949" kern="1200">
          <a:solidFill>
            <a:schemeClr val="tx1"/>
          </a:solidFill>
          <a:latin typeface="+mn-lt"/>
          <a:ea typeface="+mn-ea"/>
          <a:cs typeface="+mn-cs"/>
        </a:defRPr>
      </a:lvl2pPr>
      <a:lvl3pPr marL="3785219" indent="-757046" algn="l" defTabSz="3028173" rtl="0" eaLnBrk="1" latinLnBrk="0" hangingPunct="1">
        <a:lnSpc>
          <a:spcPct val="90000"/>
        </a:lnSpc>
        <a:spcBef>
          <a:spcPts val="1656"/>
        </a:spcBef>
        <a:buFont typeface="Arial" panose="020B0604020202020204" pitchFamily="34" charset="0"/>
        <a:buChar char="•"/>
        <a:defRPr kumimoji="1" sz="6624" kern="1200">
          <a:solidFill>
            <a:schemeClr val="tx1"/>
          </a:solidFill>
          <a:latin typeface="+mn-lt"/>
          <a:ea typeface="+mn-ea"/>
          <a:cs typeface="+mn-cs"/>
        </a:defRPr>
      </a:lvl3pPr>
      <a:lvl4pPr marL="5299306" indent="-757046" algn="l" defTabSz="3028173" rtl="0" eaLnBrk="1" latinLnBrk="0" hangingPunct="1">
        <a:lnSpc>
          <a:spcPct val="90000"/>
        </a:lnSpc>
        <a:spcBef>
          <a:spcPts val="1656"/>
        </a:spcBef>
        <a:buFont typeface="Arial" panose="020B0604020202020204" pitchFamily="34" charset="0"/>
        <a:buChar char="•"/>
        <a:defRPr kumimoji="1" sz="5962" kern="1200">
          <a:solidFill>
            <a:schemeClr val="tx1"/>
          </a:solidFill>
          <a:latin typeface="+mn-lt"/>
          <a:ea typeface="+mn-ea"/>
          <a:cs typeface="+mn-cs"/>
        </a:defRPr>
      </a:lvl4pPr>
      <a:lvl5pPr marL="6813398" indent="-757046" algn="l" defTabSz="3028173" rtl="0" eaLnBrk="1" latinLnBrk="0" hangingPunct="1">
        <a:lnSpc>
          <a:spcPct val="90000"/>
        </a:lnSpc>
        <a:spcBef>
          <a:spcPts val="1656"/>
        </a:spcBef>
        <a:buFont typeface="Arial" panose="020B0604020202020204" pitchFamily="34" charset="0"/>
        <a:buChar char="•"/>
        <a:defRPr kumimoji="1" sz="5962" kern="1200">
          <a:solidFill>
            <a:schemeClr val="tx1"/>
          </a:solidFill>
          <a:latin typeface="+mn-lt"/>
          <a:ea typeface="+mn-ea"/>
          <a:cs typeface="+mn-cs"/>
        </a:defRPr>
      </a:lvl5pPr>
      <a:lvl6pPr marL="8327485" indent="-757046" algn="l" defTabSz="3028173" rtl="0" eaLnBrk="1" latinLnBrk="0" hangingPunct="1">
        <a:lnSpc>
          <a:spcPct val="90000"/>
        </a:lnSpc>
        <a:spcBef>
          <a:spcPts val="1656"/>
        </a:spcBef>
        <a:buFont typeface="Arial" panose="020B0604020202020204" pitchFamily="34" charset="0"/>
        <a:buChar char="•"/>
        <a:defRPr kumimoji="1" sz="5962" kern="1200">
          <a:solidFill>
            <a:schemeClr val="tx1"/>
          </a:solidFill>
          <a:latin typeface="+mn-lt"/>
          <a:ea typeface="+mn-ea"/>
          <a:cs typeface="+mn-cs"/>
        </a:defRPr>
      </a:lvl6pPr>
      <a:lvl7pPr marL="9841571" indent="-757046" algn="l" defTabSz="3028173" rtl="0" eaLnBrk="1" latinLnBrk="0" hangingPunct="1">
        <a:lnSpc>
          <a:spcPct val="90000"/>
        </a:lnSpc>
        <a:spcBef>
          <a:spcPts val="1656"/>
        </a:spcBef>
        <a:buFont typeface="Arial" panose="020B0604020202020204" pitchFamily="34" charset="0"/>
        <a:buChar char="•"/>
        <a:defRPr kumimoji="1" sz="5962" kern="1200">
          <a:solidFill>
            <a:schemeClr val="tx1"/>
          </a:solidFill>
          <a:latin typeface="+mn-lt"/>
          <a:ea typeface="+mn-ea"/>
          <a:cs typeface="+mn-cs"/>
        </a:defRPr>
      </a:lvl7pPr>
      <a:lvl8pPr marL="11355664" indent="-757046" algn="l" defTabSz="3028173" rtl="0" eaLnBrk="1" latinLnBrk="0" hangingPunct="1">
        <a:lnSpc>
          <a:spcPct val="90000"/>
        </a:lnSpc>
        <a:spcBef>
          <a:spcPts val="1656"/>
        </a:spcBef>
        <a:buFont typeface="Arial" panose="020B0604020202020204" pitchFamily="34" charset="0"/>
        <a:buChar char="•"/>
        <a:defRPr kumimoji="1" sz="5962" kern="1200">
          <a:solidFill>
            <a:schemeClr val="tx1"/>
          </a:solidFill>
          <a:latin typeface="+mn-lt"/>
          <a:ea typeface="+mn-ea"/>
          <a:cs typeface="+mn-cs"/>
        </a:defRPr>
      </a:lvl8pPr>
      <a:lvl9pPr marL="12869750" indent="-757046" algn="l" defTabSz="3028173" rtl="0" eaLnBrk="1" latinLnBrk="0" hangingPunct="1">
        <a:lnSpc>
          <a:spcPct val="90000"/>
        </a:lnSpc>
        <a:spcBef>
          <a:spcPts val="1656"/>
        </a:spcBef>
        <a:buFont typeface="Arial" panose="020B0604020202020204" pitchFamily="34" charset="0"/>
        <a:buChar char="•"/>
        <a:defRPr kumimoji="1" sz="5962" kern="1200">
          <a:solidFill>
            <a:schemeClr val="tx1"/>
          </a:solidFill>
          <a:latin typeface="+mn-lt"/>
          <a:ea typeface="+mn-ea"/>
          <a:cs typeface="+mn-cs"/>
        </a:defRPr>
      </a:lvl9pPr>
    </p:bodyStyle>
    <p:otherStyle>
      <a:defPPr>
        <a:defRPr lang="en-US"/>
      </a:defPPr>
      <a:lvl1pPr marL="0" algn="l" defTabSz="3028173" rtl="0" eaLnBrk="1" latinLnBrk="0" hangingPunct="1">
        <a:defRPr kumimoji="1" sz="5962" kern="1200">
          <a:solidFill>
            <a:schemeClr val="tx1"/>
          </a:solidFill>
          <a:latin typeface="+mn-lt"/>
          <a:ea typeface="+mn-ea"/>
          <a:cs typeface="+mn-cs"/>
        </a:defRPr>
      </a:lvl1pPr>
      <a:lvl2pPr marL="1514087" algn="l" defTabSz="3028173" rtl="0" eaLnBrk="1" latinLnBrk="0" hangingPunct="1">
        <a:defRPr kumimoji="1" sz="5962" kern="1200">
          <a:solidFill>
            <a:schemeClr val="tx1"/>
          </a:solidFill>
          <a:latin typeface="+mn-lt"/>
          <a:ea typeface="+mn-ea"/>
          <a:cs typeface="+mn-cs"/>
        </a:defRPr>
      </a:lvl2pPr>
      <a:lvl3pPr marL="3028173" algn="l" defTabSz="3028173" rtl="0" eaLnBrk="1" latinLnBrk="0" hangingPunct="1">
        <a:defRPr kumimoji="1" sz="5962" kern="1200">
          <a:solidFill>
            <a:schemeClr val="tx1"/>
          </a:solidFill>
          <a:latin typeface="+mn-lt"/>
          <a:ea typeface="+mn-ea"/>
          <a:cs typeface="+mn-cs"/>
        </a:defRPr>
      </a:lvl3pPr>
      <a:lvl4pPr marL="4542265" algn="l" defTabSz="3028173" rtl="0" eaLnBrk="1" latinLnBrk="0" hangingPunct="1">
        <a:defRPr kumimoji="1" sz="5962" kern="1200">
          <a:solidFill>
            <a:schemeClr val="tx1"/>
          </a:solidFill>
          <a:latin typeface="+mn-lt"/>
          <a:ea typeface="+mn-ea"/>
          <a:cs typeface="+mn-cs"/>
        </a:defRPr>
      </a:lvl4pPr>
      <a:lvl5pPr marL="6056352" algn="l" defTabSz="3028173" rtl="0" eaLnBrk="1" latinLnBrk="0" hangingPunct="1">
        <a:defRPr kumimoji="1" sz="5962" kern="1200">
          <a:solidFill>
            <a:schemeClr val="tx1"/>
          </a:solidFill>
          <a:latin typeface="+mn-lt"/>
          <a:ea typeface="+mn-ea"/>
          <a:cs typeface="+mn-cs"/>
        </a:defRPr>
      </a:lvl5pPr>
      <a:lvl6pPr marL="7570444" algn="l" defTabSz="3028173" rtl="0" eaLnBrk="1" latinLnBrk="0" hangingPunct="1">
        <a:defRPr kumimoji="1" sz="5962" kern="1200">
          <a:solidFill>
            <a:schemeClr val="tx1"/>
          </a:solidFill>
          <a:latin typeface="+mn-lt"/>
          <a:ea typeface="+mn-ea"/>
          <a:cs typeface="+mn-cs"/>
        </a:defRPr>
      </a:lvl6pPr>
      <a:lvl7pPr marL="9084531" algn="l" defTabSz="3028173" rtl="0" eaLnBrk="1" latinLnBrk="0" hangingPunct="1">
        <a:defRPr kumimoji="1" sz="5962" kern="1200">
          <a:solidFill>
            <a:schemeClr val="tx1"/>
          </a:solidFill>
          <a:latin typeface="+mn-lt"/>
          <a:ea typeface="+mn-ea"/>
          <a:cs typeface="+mn-cs"/>
        </a:defRPr>
      </a:lvl7pPr>
      <a:lvl8pPr marL="10598617" algn="l" defTabSz="3028173" rtl="0" eaLnBrk="1" latinLnBrk="0" hangingPunct="1">
        <a:defRPr kumimoji="1" sz="5962" kern="1200">
          <a:solidFill>
            <a:schemeClr val="tx1"/>
          </a:solidFill>
          <a:latin typeface="+mn-lt"/>
          <a:ea typeface="+mn-ea"/>
          <a:cs typeface="+mn-cs"/>
        </a:defRPr>
      </a:lvl8pPr>
      <a:lvl9pPr marL="12112704" algn="l" defTabSz="3028173" rtl="0" eaLnBrk="1" latinLnBrk="0" hangingPunct="1">
        <a:defRPr kumimoji="1" sz="59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gif"/><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四角形: 角を丸くする 107">
            <a:extLst>
              <a:ext uri="{FF2B5EF4-FFF2-40B4-BE49-F238E27FC236}">
                <a16:creationId xmlns:a16="http://schemas.microsoft.com/office/drawing/2014/main" id="{F9E09563-4A4C-7CCC-9874-490A8232C915}"/>
              </a:ext>
            </a:extLst>
          </p:cNvPr>
          <p:cNvSpPr/>
          <p:nvPr/>
        </p:nvSpPr>
        <p:spPr>
          <a:xfrm>
            <a:off x="10569271" y="36012241"/>
            <a:ext cx="4376067" cy="2857145"/>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四角形: 角を丸くする 82">
            <a:extLst>
              <a:ext uri="{FF2B5EF4-FFF2-40B4-BE49-F238E27FC236}">
                <a16:creationId xmlns:a16="http://schemas.microsoft.com/office/drawing/2014/main" id="{177DCEE2-E013-888E-CB31-1CF9F4002A85}"/>
              </a:ext>
            </a:extLst>
          </p:cNvPr>
          <p:cNvSpPr/>
          <p:nvPr/>
        </p:nvSpPr>
        <p:spPr>
          <a:xfrm>
            <a:off x="503248" y="22297220"/>
            <a:ext cx="13754112" cy="3236892"/>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C2DD9A7A-ED30-C54B-87B1-5FB2108CA047}"/>
              </a:ext>
            </a:extLst>
          </p:cNvPr>
          <p:cNvSpPr/>
          <p:nvPr/>
        </p:nvSpPr>
        <p:spPr>
          <a:xfrm>
            <a:off x="-4048" y="-1"/>
            <a:ext cx="30279262" cy="480769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6906" dirty="0"/>
          </a:p>
        </p:txBody>
      </p:sp>
      <p:sp>
        <p:nvSpPr>
          <p:cNvPr id="15" name="正方形/長方形 14">
            <a:extLst>
              <a:ext uri="{FF2B5EF4-FFF2-40B4-BE49-F238E27FC236}">
                <a16:creationId xmlns:a16="http://schemas.microsoft.com/office/drawing/2014/main" id="{7885DA88-5298-7499-5B3E-331C099B45ED}"/>
              </a:ext>
            </a:extLst>
          </p:cNvPr>
          <p:cNvSpPr/>
          <p:nvPr/>
        </p:nvSpPr>
        <p:spPr>
          <a:xfrm>
            <a:off x="-43816" y="4927371"/>
            <a:ext cx="14432839" cy="1015663"/>
          </a:xfrm>
          <a:prstGeom prst="rect">
            <a:avLst/>
          </a:prstGeom>
          <a:solidFill>
            <a:schemeClr val="accent1">
              <a:lumMod val="75000"/>
              <a:alpha val="80000"/>
            </a:schemeClr>
          </a:solidFill>
          <a:ln>
            <a:solidFill>
              <a:schemeClr val="accent1">
                <a:lumMod val="75000"/>
              </a:schemeClr>
            </a:solidFill>
          </a:ln>
        </p:spPr>
        <p:txBody>
          <a:bodyPr wrap="square">
            <a:spAutoFit/>
          </a:bodyPr>
          <a:lstStyle/>
          <a:p>
            <a:pPr algn="ctr"/>
            <a:r>
              <a:rPr lang="en-US" altLang="ja-JP" sz="6000" b="1" dirty="0">
                <a:solidFill>
                  <a:schemeClr val="bg1"/>
                </a:solidFill>
                <a:latin typeface="+mn-ea"/>
              </a:rPr>
              <a:t>1. </a:t>
            </a:r>
            <a:r>
              <a:rPr lang="ja-JP" altLang="en-US" sz="6000" b="1" dirty="0">
                <a:solidFill>
                  <a:schemeClr val="bg1"/>
                </a:solidFill>
                <a:latin typeface="+mn-ea"/>
              </a:rPr>
              <a:t>研究背景と目的</a:t>
            </a:r>
          </a:p>
        </p:txBody>
      </p:sp>
      <p:sp>
        <p:nvSpPr>
          <p:cNvPr id="16" name="正方形/長方形 15">
            <a:extLst>
              <a:ext uri="{FF2B5EF4-FFF2-40B4-BE49-F238E27FC236}">
                <a16:creationId xmlns:a16="http://schemas.microsoft.com/office/drawing/2014/main" id="{2A772029-AD82-B44B-12FE-8611115BFD4C}"/>
              </a:ext>
            </a:extLst>
          </p:cNvPr>
          <p:cNvSpPr/>
          <p:nvPr/>
        </p:nvSpPr>
        <p:spPr>
          <a:xfrm>
            <a:off x="-43817" y="25862274"/>
            <a:ext cx="14432839" cy="1015663"/>
          </a:xfrm>
          <a:prstGeom prst="rect">
            <a:avLst/>
          </a:prstGeom>
          <a:solidFill>
            <a:schemeClr val="accent1">
              <a:lumMod val="75000"/>
              <a:alpha val="80000"/>
            </a:schemeClr>
          </a:solidFill>
        </p:spPr>
        <p:txBody>
          <a:bodyPr wrap="square">
            <a:spAutoFit/>
          </a:bodyPr>
          <a:lstStyle/>
          <a:p>
            <a:pPr algn="ctr"/>
            <a:r>
              <a:rPr lang="en-US" altLang="ja-JP" sz="6000" b="1" dirty="0">
                <a:solidFill>
                  <a:schemeClr val="bg1"/>
                </a:solidFill>
                <a:latin typeface="+mn-ea"/>
              </a:rPr>
              <a:t>2. </a:t>
            </a:r>
            <a:r>
              <a:rPr lang="ja-JP" altLang="en-US" sz="6000" b="1" dirty="0">
                <a:solidFill>
                  <a:schemeClr val="bg1"/>
                </a:solidFill>
                <a:latin typeface="+mn-ea"/>
              </a:rPr>
              <a:t>提案手法</a:t>
            </a:r>
          </a:p>
        </p:txBody>
      </p:sp>
      <p:sp>
        <p:nvSpPr>
          <p:cNvPr id="20" name="正方形/長方形 19">
            <a:extLst>
              <a:ext uri="{FF2B5EF4-FFF2-40B4-BE49-F238E27FC236}">
                <a16:creationId xmlns:a16="http://schemas.microsoft.com/office/drawing/2014/main" id="{4967EAD5-8D66-25A6-EB02-3F3BB66260B6}"/>
              </a:ext>
            </a:extLst>
          </p:cNvPr>
          <p:cNvSpPr/>
          <p:nvPr/>
        </p:nvSpPr>
        <p:spPr>
          <a:xfrm>
            <a:off x="15886109" y="4887375"/>
            <a:ext cx="14389104" cy="1015663"/>
          </a:xfrm>
          <a:prstGeom prst="rect">
            <a:avLst/>
          </a:prstGeom>
          <a:solidFill>
            <a:schemeClr val="accent1">
              <a:lumMod val="75000"/>
              <a:alpha val="80000"/>
            </a:schemeClr>
          </a:solidFill>
          <a:ln>
            <a:solidFill>
              <a:schemeClr val="accent1">
                <a:lumMod val="75000"/>
              </a:schemeClr>
            </a:solidFill>
          </a:ln>
        </p:spPr>
        <p:txBody>
          <a:bodyPr wrap="square">
            <a:spAutoFit/>
          </a:bodyPr>
          <a:lstStyle/>
          <a:p>
            <a:pPr algn="ctr"/>
            <a:r>
              <a:rPr lang="en-US" altLang="ja-JP" sz="6000" b="1" dirty="0">
                <a:solidFill>
                  <a:schemeClr val="bg1"/>
                </a:solidFill>
                <a:latin typeface="+mn-ea"/>
              </a:rPr>
              <a:t>3. </a:t>
            </a:r>
            <a:r>
              <a:rPr lang="ja-JP" altLang="en-US" sz="6000" b="1" dirty="0">
                <a:solidFill>
                  <a:schemeClr val="bg1"/>
                </a:solidFill>
                <a:latin typeface="+mn-ea"/>
              </a:rPr>
              <a:t>予備実験</a:t>
            </a:r>
            <a:endParaRPr lang="en-US" altLang="ja-JP" sz="6000" b="1" dirty="0">
              <a:solidFill>
                <a:schemeClr val="bg1"/>
              </a:solidFill>
              <a:latin typeface="+mn-ea"/>
            </a:endParaRPr>
          </a:p>
        </p:txBody>
      </p:sp>
      <p:sp>
        <p:nvSpPr>
          <p:cNvPr id="21" name="正方形/長方形 20">
            <a:extLst>
              <a:ext uri="{FF2B5EF4-FFF2-40B4-BE49-F238E27FC236}">
                <a16:creationId xmlns:a16="http://schemas.microsoft.com/office/drawing/2014/main" id="{111D9992-9FE3-8D3A-8B69-A161FDF3FF66}"/>
              </a:ext>
            </a:extLst>
          </p:cNvPr>
          <p:cNvSpPr/>
          <p:nvPr/>
        </p:nvSpPr>
        <p:spPr>
          <a:xfrm>
            <a:off x="15836912" y="34003371"/>
            <a:ext cx="14438301" cy="1015663"/>
          </a:xfrm>
          <a:prstGeom prst="rect">
            <a:avLst/>
          </a:prstGeom>
          <a:solidFill>
            <a:schemeClr val="accent1">
              <a:lumMod val="75000"/>
              <a:alpha val="80000"/>
            </a:schemeClr>
          </a:solidFill>
        </p:spPr>
        <p:txBody>
          <a:bodyPr wrap="square">
            <a:spAutoFit/>
          </a:bodyPr>
          <a:lstStyle/>
          <a:p>
            <a:pPr algn="ctr"/>
            <a:r>
              <a:rPr lang="en-US" altLang="ja-JP" sz="6000" b="1" dirty="0">
                <a:solidFill>
                  <a:schemeClr val="bg1"/>
                </a:solidFill>
                <a:latin typeface="+mn-ea"/>
              </a:rPr>
              <a:t>5. </a:t>
            </a:r>
            <a:r>
              <a:rPr lang="ja-JP" altLang="en-US" sz="6000" b="1" dirty="0">
                <a:solidFill>
                  <a:schemeClr val="bg1"/>
                </a:solidFill>
                <a:latin typeface="+mn-ea"/>
              </a:rPr>
              <a:t>まとめ</a:t>
            </a:r>
          </a:p>
        </p:txBody>
      </p:sp>
      <p:sp>
        <p:nvSpPr>
          <p:cNvPr id="51" name="正方形/長方形 50">
            <a:extLst>
              <a:ext uri="{FF2B5EF4-FFF2-40B4-BE49-F238E27FC236}">
                <a16:creationId xmlns:a16="http://schemas.microsoft.com/office/drawing/2014/main" id="{8C5566B8-AA51-BD6B-E627-ECA6D01F54DB}"/>
              </a:ext>
            </a:extLst>
          </p:cNvPr>
          <p:cNvSpPr/>
          <p:nvPr/>
        </p:nvSpPr>
        <p:spPr>
          <a:xfrm>
            <a:off x="15875230" y="38499092"/>
            <a:ext cx="14438301" cy="1015663"/>
          </a:xfrm>
          <a:prstGeom prst="rect">
            <a:avLst/>
          </a:prstGeom>
          <a:solidFill>
            <a:schemeClr val="accent1">
              <a:lumMod val="75000"/>
              <a:alpha val="80000"/>
            </a:schemeClr>
          </a:solidFill>
        </p:spPr>
        <p:txBody>
          <a:bodyPr wrap="square">
            <a:spAutoFit/>
          </a:bodyPr>
          <a:lstStyle/>
          <a:p>
            <a:pPr algn="ctr"/>
            <a:r>
              <a:rPr lang="en-US" altLang="ja-JP" sz="6000" b="1" dirty="0">
                <a:solidFill>
                  <a:schemeClr val="bg1"/>
                </a:solidFill>
                <a:latin typeface="+mn-ea"/>
              </a:rPr>
              <a:t>6. </a:t>
            </a:r>
            <a:r>
              <a:rPr lang="ja-JP" altLang="en-US" sz="6000" b="1" dirty="0">
                <a:solidFill>
                  <a:schemeClr val="bg1"/>
                </a:solidFill>
                <a:latin typeface="+mn-ea"/>
              </a:rPr>
              <a:t>参考文献</a:t>
            </a:r>
          </a:p>
        </p:txBody>
      </p:sp>
      <p:sp>
        <p:nvSpPr>
          <p:cNvPr id="52" name="テキスト ボックス 16">
            <a:extLst>
              <a:ext uri="{FF2B5EF4-FFF2-40B4-BE49-F238E27FC236}">
                <a16:creationId xmlns:a16="http://schemas.microsoft.com/office/drawing/2014/main" id="{48E049B7-B304-E6C0-ED45-B3D456C71B48}"/>
              </a:ext>
            </a:extLst>
          </p:cNvPr>
          <p:cNvSpPr txBox="1"/>
          <p:nvPr/>
        </p:nvSpPr>
        <p:spPr>
          <a:xfrm>
            <a:off x="15852658" y="39529155"/>
            <a:ext cx="14501696" cy="3046988"/>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atinLnBrk="1"/>
            <a:r>
              <a:rPr lang="en-US" altLang="ja-JP" sz="2400" dirty="0">
                <a:solidFill>
                  <a:schemeClr val="tx1">
                    <a:lumMod val="85000"/>
                    <a:lumOff val="15000"/>
                  </a:schemeClr>
                </a:solidFill>
                <a:latin typeface="+mn-ea"/>
              </a:rPr>
              <a:t>[1]  </a:t>
            </a:r>
            <a:r>
              <a:rPr lang="zh-TW" altLang="en-US" sz="2400" dirty="0">
                <a:solidFill>
                  <a:schemeClr val="tx1">
                    <a:lumMod val="85000"/>
                    <a:lumOff val="15000"/>
                  </a:schemeClr>
                </a:solidFill>
                <a:latin typeface="游ゴシック" panose="020B0400000000000000" pitchFamily="50" charset="-128"/>
                <a:ea typeface="游ゴシック" panose="020B0400000000000000" pitchFamily="50" charset="-128"/>
              </a:rPr>
              <a:t>日本医療機能評価機構 医療事故防止事業部</a:t>
            </a:r>
            <a:r>
              <a:rPr lang="en-US" altLang="zh-TW" sz="2400" dirty="0">
                <a:solidFill>
                  <a:schemeClr val="tx1">
                    <a:lumMod val="85000"/>
                    <a:lumOff val="15000"/>
                  </a:schemeClr>
                </a:solidFill>
                <a:latin typeface="游ゴシック" panose="020B0400000000000000" pitchFamily="50" charset="-128"/>
                <a:ea typeface="游ゴシック" panose="020B0400000000000000" pitchFamily="50" charset="-128"/>
              </a:rPr>
              <a:t>: </a:t>
            </a:r>
            <a:r>
              <a:rPr lang="zh-TW" altLang="en-US" sz="2400" dirty="0">
                <a:solidFill>
                  <a:schemeClr val="tx1">
                    <a:lumMod val="85000"/>
                    <a:lumOff val="15000"/>
                  </a:schemeClr>
                </a:solidFill>
                <a:latin typeface="游ゴシック" panose="020B0400000000000000" pitchFamily="50" charset="-128"/>
                <a:ea typeface="游ゴシック" panose="020B0400000000000000" pitchFamily="50" charset="-128"/>
              </a:rPr>
              <a:t>医療情報収集等事業</a:t>
            </a:r>
            <a:r>
              <a:rPr lang="en-US" altLang="zh-TW" sz="2400" dirty="0">
                <a:solidFill>
                  <a:schemeClr val="tx1">
                    <a:lumMod val="85000"/>
                    <a:lumOff val="15000"/>
                  </a:schemeClr>
                </a:solidFill>
                <a:latin typeface="游ゴシック" panose="020B0400000000000000" pitchFamily="50" charset="-128"/>
                <a:ea typeface="游ゴシック" panose="020B0400000000000000" pitchFamily="50" charset="-128"/>
              </a:rPr>
              <a:t>, "</a:t>
            </a:r>
            <a:r>
              <a:rPr lang="zh-TW" altLang="en-US" sz="2400" dirty="0">
                <a:solidFill>
                  <a:schemeClr val="tx1">
                    <a:lumMod val="85000"/>
                    <a:lumOff val="15000"/>
                  </a:schemeClr>
                </a:solidFill>
                <a:latin typeface="游ゴシック" panose="020B0400000000000000" pitchFamily="50" charset="-128"/>
                <a:ea typeface="游ゴシック" panose="020B0400000000000000" pitchFamily="50" charset="-128"/>
              </a:rPr>
              <a:t>事例検索</a:t>
            </a:r>
            <a:r>
              <a:rPr lang="en-US" altLang="zh-TW" sz="2400" dirty="0">
                <a:solidFill>
                  <a:schemeClr val="tx1">
                    <a:lumMod val="85000"/>
                    <a:lumOff val="15000"/>
                  </a:schemeClr>
                </a:solidFill>
                <a:latin typeface="游ゴシック" panose="020B0400000000000000" pitchFamily="50" charset="-128"/>
                <a:ea typeface="游ゴシック" panose="020B0400000000000000" pitchFamily="50" charset="-128"/>
              </a:rPr>
              <a:t>", 2023</a:t>
            </a:r>
            <a:endParaRPr lang="en-US" altLang="ja-JP" sz="2400" dirty="0">
              <a:solidFill>
                <a:schemeClr val="tx1">
                  <a:lumMod val="85000"/>
                  <a:lumOff val="15000"/>
                </a:schemeClr>
              </a:solidFill>
              <a:latin typeface="游ゴシック" panose="020B0400000000000000" pitchFamily="50" charset="-128"/>
              <a:ea typeface="游ゴシック" panose="020B0400000000000000" pitchFamily="50" charset="-128"/>
            </a:endParaRPr>
          </a:p>
          <a:p>
            <a:pPr latinLnBrk="1"/>
            <a:r>
              <a:rPr lang="en-US" altLang="ja-JP" sz="2400" dirty="0">
                <a:solidFill>
                  <a:schemeClr val="tx1">
                    <a:lumMod val="85000"/>
                    <a:lumOff val="15000"/>
                  </a:schemeClr>
                </a:solidFill>
                <a:latin typeface="+mn-ea"/>
              </a:rPr>
              <a:t>[2] </a:t>
            </a:r>
            <a:r>
              <a:rPr lang="en-US" altLang="ja-JP" sz="2400" dirty="0">
                <a:latin typeface="+mn-ea"/>
              </a:rPr>
              <a:t>H. Nakajima and T. </a:t>
            </a:r>
            <a:r>
              <a:rPr lang="en-US" altLang="ja-JP" sz="2400" dirty="0" err="1">
                <a:latin typeface="+mn-ea"/>
              </a:rPr>
              <a:t>Oaki</a:t>
            </a:r>
            <a:r>
              <a:rPr lang="en-US" altLang="ja-JP" sz="2400" dirty="0">
                <a:latin typeface="+mn-ea"/>
              </a:rPr>
              <a:t>: "Monitoring System for Self-Removal of Intravenous Needles Using </a:t>
            </a:r>
            <a:br>
              <a:rPr lang="en-US" altLang="ja-JP" sz="2400" dirty="0">
                <a:latin typeface="+mn-ea"/>
              </a:rPr>
            </a:br>
            <a:r>
              <a:rPr lang="en-US" altLang="ja-JP" sz="2400" dirty="0">
                <a:latin typeface="+mn-ea"/>
              </a:rPr>
              <a:t>      RFID Technology", IEICE Trans. B, vol. J98-B, no. 2, pp. 153-161, (2015)</a:t>
            </a:r>
            <a:endParaRPr lang="en-US" altLang="ja-JP" sz="2400" dirty="0">
              <a:solidFill>
                <a:schemeClr val="tx1">
                  <a:lumMod val="85000"/>
                  <a:lumOff val="15000"/>
                </a:schemeClr>
              </a:solidFill>
              <a:latin typeface="+mn-ea"/>
            </a:endParaRPr>
          </a:p>
          <a:p>
            <a:pPr latinLnBrk="1"/>
            <a:r>
              <a:rPr lang="en-US" altLang="ja-JP" sz="2400" dirty="0">
                <a:solidFill>
                  <a:schemeClr val="tx1">
                    <a:lumMod val="85000"/>
                    <a:lumOff val="15000"/>
                  </a:schemeClr>
                </a:solidFill>
                <a:latin typeface="+mn-ea"/>
              </a:rPr>
              <a:t>[3] </a:t>
            </a:r>
            <a:r>
              <a:rPr lang="en-US" altLang="ja-JP" sz="2400" dirty="0">
                <a:latin typeface="+mn-ea"/>
              </a:rPr>
              <a:t>C. Yang, L. Wang, G. Wang, S. Yang, Y. Wang, M. Xiang, X. Zhang, H. Chen, D. Hu, and H. Cheng:</a:t>
            </a:r>
            <a:br>
              <a:rPr lang="en-US" altLang="ja-JP" sz="2400" dirty="0">
                <a:latin typeface="+mn-ea"/>
              </a:rPr>
            </a:br>
            <a:r>
              <a:rPr lang="en-US" altLang="ja-JP" sz="2400" dirty="0">
                <a:latin typeface="+mn-ea"/>
              </a:rPr>
              <a:t>     "</a:t>
            </a:r>
            <a:r>
              <a:rPr lang="en-US" altLang="ja-JP" sz="2400" dirty="0" err="1">
                <a:latin typeface="+mn-ea"/>
              </a:rPr>
              <a:t>Spatio</a:t>
            </a:r>
            <a:r>
              <a:rPr lang="en-US" altLang="ja-JP" sz="2400" dirty="0">
                <a:latin typeface="+mn-ea"/>
              </a:rPr>
              <a:t>-Temporal Features for Fast Early Warning of Unplanned Self-</a:t>
            </a:r>
            <a:r>
              <a:rPr lang="en-US" altLang="ja-JP" sz="2400" dirty="0" err="1">
                <a:latin typeface="+mn-ea"/>
              </a:rPr>
              <a:t>Extubation</a:t>
            </a:r>
            <a:r>
              <a:rPr lang="en-US" altLang="ja-JP" sz="2400" dirty="0">
                <a:latin typeface="+mn-ea"/>
              </a:rPr>
              <a:t> in ICU",</a:t>
            </a:r>
            <a:br>
              <a:rPr lang="en-US" altLang="ja-JP" sz="2400" dirty="0">
                <a:latin typeface="+mn-ea"/>
              </a:rPr>
            </a:br>
            <a:r>
              <a:rPr lang="en-US" altLang="ja-JP" sz="2400" dirty="0">
                <a:latin typeface="+mn-ea"/>
              </a:rPr>
              <a:t>      Artificial Intelligence in Medicine, pp. 1-32, (2022)</a:t>
            </a:r>
            <a:endParaRPr lang="en-US" altLang="ja-JP" sz="2400" dirty="0">
              <a:solidFill>
                <a:schemeClr val="tx1">
                  <a:lumMod val="85000"/>
                  <a:lumOff val="15000"/>
                </a:schemeClr>
              </a:solidFill>
              <a:latin typeface="+mn-ea"/>
            </a:endParaRPr>
          </a:p>
          <a:p>
            <a:pPr latinLnBrk="1"/>
            <a:r>
              <a:rPr lang="en-US" altLang="ja-JP" sz="2400" dirty="0">
                <a:solidFill>
                  <a:schemeClr val="tx1">
                    <a:lumMod val="85000"/>
                    <a:lumOff val="15000"/>
                  </a:schemeClr>
                </a:solidFill>
                <a:latin typeface="+mn-ea"/>
              </a:rPr>
              <a:t>[4] </a:t>
            </a:r>
            <a:r>
              <a:rPr lang="en-US" altLang="ja-JP" sz="2400" dirty="0">
                <a:latin typeface="+mn-ea"/>
              </a:rPr>
              <a:t>Y. </a:t>
            </a:r>
            <a:r>
              <a:rPr lang="en-US" altLang="ja-JP" sz="2400" dirty="0" err="1">
                <a:latin typeface="+mn-ea"/>
              </a:rPr>
              <a:t>Muroi</a:t>
            </a:r>
            <a:r>
              <a:rPr lang="en-US" altLang="ja-JP" sz="2400" dirty="0">
                <a:latin typeface="+mn-ea"/>
              </a:rPr>
              <a:t>, D. Fujita, S. Kobashi, and T. Fujita, “A Preliminary Study on a Sheet-Type </a:t>
            </a:r>
            <a:br>
              <a:rPr lang="en-US" altLang="ja-JP" sz="2400" dirty="0">
                <a:latin typeface="+mn-ea"/>
              </a:rPr>
            </a:br>
            <a:r>
              <a:rPr lang="en-US" altLang="ja-JP" sz="2400" dirty="0">
                <a:latin typeface="+mn-ea"/>
              </a:rPr>
              <a:t>     </a:t>
            </a:r>
            <a:r>
              <a:rPr lang="ja-JP" altLang="en-US" sz="2400" dirty="0">
                <a:latin typeface="+mn-ea"/>
              </a:rPr>
              <a:t> </a:t>
            </a:r>
            <a:r>
              <a:rPr lang="en-US" altLang="ja-JP" sz="2400" dirty="0">
                <a:latin typeface="+mn-ea"/>
              </a:rPr>
              <a:t>Self-</a:t>
            </a:r>
            <a:r>
              <a:rPr lang="en-US" altLang="ja-JP" sz="2400" dirty="0" err="1">
                <a:latin typeface="+mn-ea"/>
              </a:rPr>
              <a:t>Extubation</a:t>
            </a:r>
            <a:r>
              <a:rPr lang="en-US" altLang="ja-JP" sz="2400" dirty="0">
                <a:latin typeface="+mn-ea"/>
              </a:rPr>
              <a:t> Detection Device", Proc. 24th Int. </a:t>
            </a:r>
            <a:r>
              <a:rPr lang="en-US" altLang="ja-JP" sz="2400" dirty="0" err="1">
                <a:latin typeface="+mn-ea"/>
              </a:rPr>
              <a:t>Symp.Adv</a:t>
            </a:r>
            <a:r>
              <a:rPr lang="en-US" altLang="ja-JP" sz="2400" dirty="0">
                <a:latin typeface="+mn-ea"/>
              </a:rPr>
              <a:t>. </a:t>
            </a:r>
            <a:r>
              <a:rPr lang="en-US" altLang="ja-JP" sz="2400" dirty="0" err="1">
                <a:latin typeface="+mn-ea"/>
              </a:rPr>
              <a:t>Intell</a:t>
            </a:r>
            <a:r>
              <a:rPr lang="en-US" altLang="ja-JP" sz="2400" dirty="0">
                <a:latin typeface="+mn-ea"/>
              </a:rPr>
              <a:t>. Syst. (ISIS), pp. 515–518, 2023</a:t>
            </a:r>
            <a:endParaRPr lang="en-US" altLang="ja-JP" sz="2400" dirty="0">
              <a:solidFill>
                <a:schemeClr val="tx1">
                  <a:lumMod val="85000"/>
                  <a:lumOff val="15000"/>
                </a:schemeClr>
              </a:solidFill>
              <a:latin typeface="+mn-ea"/>
            </a:endParaRPr>
          </a:p>
        </p:txBody>
      </p:sp>
      <p:sp>
        <p:nvSpPr>
          <p:cNvPr id="11" name="正方形/長方形 10">
            <a:extLst>
              <a:ext uri="{FF2B5EF4-FFF2-40B4-BE49-F238E27FC236}">
                <a16:creationId xmlns:a16="http://schemas.microsoft.com/office/drawing/2014/main" id="{41EE130B-64D5-6EB4-BFA1-05876E685C6E}"/>
              </a:ext>
            </a:extLst>
          </p:cNvPr>
          <p:cNvSpPr/>
          <p:nvPr/>
        </p:nvSpPr>
        <p:spPr>
          <a:xfrm>
            <a:off x="14996475" y="4807693"/>
            <a:ext cx="363514" cy="37950149"/>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6906"/>
          </a:p>
        </p:txBody>
      </p:sp>
      <p:grpSp>
        <p:nvGrpSpPr>
          <p:cNvPr id="6" name="グループ化 5">
            <a:extLst>
              <a:ext uri="{FF2B5EF4-FFF2-40B4-BE49-F238E27FC236}">
                <a16:creationId xmlns:a16="http://schemas.microsoft.com/office/drawing/2014/main" id="{AFDADB3C-6711-ADBF-BB59-C9105EEDC983}"/>
              </a:ext>
            </a:extLst>
          </p:cNvPr>
          <p:cNvGrpSpPr/>
          <p:nvPr/>
        </p:nvGrpSpPr>
        <p:grpSpPr>
          <a:xfrm>
            <a:off x="-1" y="300168"/>
            <a:ext cx="30275214" cy="5110606"/>
            <a:chOff x="-1" y="300168"/>
            <a:chExt cx="30275214" cy="5110606"/>
          </a:xfrm>
        </p:grpSpPr>
        <p:sp>
          <p:nvSpPr>
            <p:cNvPr id="7" name="正方形/長方形 6">
              <a:extLst>
                <a:ext uri="{FF2B5EF4-FFF2-40B4-BE49-F238E27FC236}">
                  <a16:creationId xmlns:a16="http://schemas.microsoft.com/office/drawing/2014/main" id="{87B57A1C-0315-4F95-2661-09264EA7FF5C}"/>
                </a:ext>
              </a:extLst>
            </p:cNvPr>
            <p:cNvSpPr/>
            <p:nvPr/>
          </p:nvSpPr>
          <p:spPr>
            <a:xfrm>
              <a:off x="718433" y="300168"/>
              <a:ext cx="28838346" cy="2800767"/>
            </a:xfrm>
            <a:prstGeom prst="rect">
              <a:avLst/>
            </a:prstGeom>
          </p:spPr>
          <p:txBody>
            <a:bodyPr wrap="square">
              <a:spAutoFit/>
            </a:bodyPr>
            <a:lstStyle/>
            <a:p>
              <a:pPr algn="ctr"/>
              <a:r>
                <a:rPr lang="ja-JP" altLang="en-US" sz="8800" b="1" dirty="0">
                  <a:solidFill>
                    <a:schemeClr val="bg1"/>
                  </a:solidFill>
                  <a:latin typeface="+mn-ea"/>
                </a:rPr>
                <a:t>オートエンコーダの異常検知による自己抜去事前検知</a:t>
              </a:r>
              <a:br>
                <a:rPr lang="en-US" altLang="ja-JP" sz="8800" b="1" dirty="0">
                  <a:solidFill>
                    <a:schemeClr val="bg1"/>
                  </a:solidFill>
                  <a:latin typeface="+mn-ea"/>
                </a:rPr>
              </a:br>
              <a:r>
                <a:rPr lang="ja-JP" altLang="en-US" sz="8800" b="1" dirty="0">
                  <a:solidFill>
                    <a:schemeClr val="bg1"/>
                  </a:solidFill>
                  <a:latin typeface="+mn-ea"/>
                </a:rPr>
                <a:t>システム</a:t>
              </a:r>
            </a:p>
          </p:txBody>
        </p:sp>
        <p:cxnSp>
          <p:nvCxnSpPr>
            <p:cNvPr id="8" name="直線コネクタ 7">
              <a:extLst>
                <a:ext uri="{FF2B5EF4-FFF2-40B4-BE49-F238E27FC236}">
                  <a16:creationId xmlns:a16="http://schemas.microsoft.com/office/drawing/2014/main" id="{E72C0CF3-7D6F-3336-1EB9-01C98B447A2F}"/>
                </a:ext>
              </a:extLst>
            </p:cNvPr>
            <p:cNvCxnSpPr/>
            <p:nvPr/>
          </p:nvCxnSpPr>
          <p:spPr>
            <a:xfrm>
              <a:off x="-1" y="2750826"/>
              <a:ext cx="30275214" cy="0"/>
            </a:xfrm>
            <a:prstGeom prst="line">
              <a:avLst/>
            </a:prstGeom>
            <a:ln/>
          </p:spPr>
          <p:style>
            <a:lnRef idx="1">
              <a:schemeClr val="accent4"/>
            </a:lnRef>
            <a:fillRef idx="0">
              <a:schemeClr val="accent4"/>
            </a:fillRef>
            <a:effectRef idx="0">
              <a:schemeClr val="accent4"/>
            </a:effectRef>
            <a:fontRef idx="minor">
              <a:schemeClr val="tx1"/>
            </a:fontRef>
          </p:style>
        </p:cxnSp>
        <p:pic>
          <p:nvPicPr>
            <p:cNvPr id="10" name="図 9" descr="ロゴ&#10;&#10;AI 生成コンテンツは誤りを含む可能性があります。">
              <a:extLst>
                <a:ext uri="{FF2B5EF4-FFF2-40B4-BE49-F238E27FC236}">
                  <a16:creationId xmlns:a16="http://schemas.microsoft.com/office/drawing/2014/main" id="{613760E5-0F6C-9616-273A-FF99C5114A46}"/>
                </a:ext>
              </a:extLst>
            </p:cNvPr>
            <p:cNvPicPr>
              <a:picLocks noChangeAspect="1"/>
            </p:cNvPicPr>
            <p:nvPr/>
          </p:nvPicPr>
          <p:blipFill>
            <a:blip r:embed="rId3"/>
            <a:stretch>
              <a:fillRect/>
            </a:stretch>
          </p:blipFill>
          <p:spPr>
            <a:xfrm>
              <a:off x="27367277" y="2832738"/>
              <a:ext cx="1986818" cy="2000063"/>
            </a:xfrm>
            <a:prstGeom prst="rect">
              <a:avLst/>
            </a:prstGeom>
          </p:spPr>
        </p:pic>
        <p:grpSp>
          <p:nvGrpSpPr>
            <p:cNvPr id="30" name="グループ化 29">
              <a:extLst>
                <a:ext uri="{FF2B5EF4-FFF2-40B4-BE49-F238E27FC236}">
                  <a16:creationId xmlns:a16="http://schemas.microsoft.com/office/drawing/2014/main" id="{C4C03CEE-C002-3E8C-7821-1D08629296E0}"/>
                </a:ext>
              </a:extLst>
            </p:cNvPr>
            <p:cNvGrpSpPr/>
            <p:nvPr/>
          </p:nvGrpSpPr>
          <p:grpSpPr>
            <a:xfrm>
              <a:off x="4109852" y="2856355"/>
              <a:ext cx="23918930" cy="2554419"/>
              <a:chOff x="3346898" y="3461994"/>
              <a:chExt cx="26808953" cy="347397"/>
            </a:xfrm>
          </p:grpSpPr>
          <p:sp>
            <p:nvSpPr>
              <p:cNvPr id="32" name="正方形/長方形 31">
                <a:extLst>
                  <a:ext uri="{FF2B5EF4-FFF2-40B4-BE49-F238E27FC236}">
                    <a16:creationId xmlns:a16="http://schemas.microsoft.com/office/drawing/2014/main" id="{FD3745DA-D2E2-FD00-427C-AC6A46AEE66E}"/>
                  </a:ext>
                </a:extLst>
              </p:cNvPr>
              <p:cNvSpPr/>
              <p:nvPr/>
            </p:nvSpPr>
            <p:spPr>
              <a:xfrm>
                <a:off x="5097118" y="3464032"/>
                <a:ext cx="4834620" cy="127664"/>
              </a:xfrm>
              <a:prstGeom prst="rect">
                <a:avLst/>
              </a:prstGeom>
            </p:spPr>
            <p:txBody>
              <a:bodyPr wrap="square">
                <a:spAutoFit/>
              </a:bodyPr>
              <a:lstStyle/>
              <a:p>
                <a:pPr algn="ctr"/>
                <a:r>
                  <a:rPr lang="ja-JP" altLang="en-US" sz="5500" b="1" dirty="0">
                    <a:solidFill>
                      <a:schemeClr val="bg1"/>
                    </a:solidFill>
                    <a:latin typeface="+mn-ea"/>
                  </a:rPr>
                  <a:t>坂口 裕也</a:t>
                </a:r>
                <a:r>
                  <a:rPr lang="en-US" altLang="ja-JP" sz="5500" b="1" baseline="30000" dirty="0">
                    <a:solidFill>
                      <a:schemeClr val="bg1"/>
                    </a:solidFill>
                    <a:latin typeface="+mn-ea"/>
                  </a:rPr>
                  <a:t>1</a:t>
                </a:r>
                <a:endParaRPr lang="ja-JP" altLang="en-US" sz="5500" b="1" baseline="30000" dirty="0">
                  <a:solidFill>
                    <a:schemeClr val="bg1"/>
                  </a:solidFill>
                  <a:latin typeface="+mn-ea"/>
                </a:endParaRPr>
              </a:p>
            </p:txBody>
          </p:sp>
          <p:sp>
            <p:nvSpPr>
              <p:cNvPr id="49" name="正方形/長方形 48">
                <a:extLst>
                  <a:ext uri="{FF2B5EF4-FFF2-40B4-BE49-F238E27FC236}">
                    <a16:creationId xmlns:a16="http://schemas.microsoft.com/office/drawing/2014/main" id="{1DE9A0C1-3040-45E7-13D4-F4FBF4B63605}"/>
                  </a:ext>
                </a:extLst>
              </p:cNvPr>
              <p:cNvSpPr/>
              <p:nvPr/>
            </p:nvSpPr>
            <p:spPr>
              <a:xfrm>
                <a:off x="20779284" y="3461994"/>
                <a:ext cx="4834620" cy="127664"/>
              </a:xfrm>
              <a:prstGeom prst="rect">
                <a:avLst/>
              </a:prstGeom>
            </p:spPr>
            <p:txBody>
              <a:bodyPr wrap="square">
                <a:spAutoFit/>
              </a:bodyPr>
              <a:lstStyle/>
              <a:p>
                <a:pPr algn="ctr"/>
                <a:r>
                  <a:rPr lang="ja-JP" altLang="en-US" sz="5500" b="1" dirty="0">
                    <a:solidFill>
                      <a:schemeClr val="bg1"/>
                    </a:solidFill>
                    <a:latin typeface="+mn-ea"/>
                  </a:rPr>
                  <a:t>小橋 昌司</a:t>
                </a:r>
                <a:r>
                  <a:rPr lang="en-US" altLang="ja-JP" sz="5500" b="1" baseline="30000" dirty="0">
                    <a:solidFill>
                      <a:schemeClr val="bg1"/>
                    </a:solidFill>
                    <a:latin typeface="+mn-ea"/>
                  </a:rPr>
                  <a:t>1,2</a:t>
                </a:r>
                <a:endParaRPr lang="ja-JP" altLang="en-US" sz="5500" b="1" baseline="30000" dirty="0">
                  <a:solidFill>
                    <a:schemeClr val="bg1"/>
                  </a:solidFill>
                  <a:latin typeface="+mn-ea"/>
                </a:endParaRPr>
              </a:p>
            </p:txBody>
          </p:sp>
          <p:sp>
            <p:nvSpPr>
              <p:cNvPr id="68" name="正方形/長方形 67">
                <a:extLst>
                  <a:ext uri="{FF2B5EF4-FFF2-40B4-BE49-F238E27FC236}">
                    <a16:creationId xmlns:a16="http://schemas.microsoft.com/office/drawing/2014/main" id="{48DFA9E8-755D-4BB6-B201-D846566CA4B4}"/>
                  </a:ext>
                </a:extLst>
              </p:cNvPr>
              <p:cNvSpPr/>
              <p:nvPr/>
            </p:nvSpPr>
            <p:spPr>
              <a:xfrm>
                <a:off x="13666622" y="3471460"/>
                <a:ext cx="4834620" cy="127664"/>
              </a:xfrm>
              <a:prstGeom prst="rect">
                <a:avLst/>
              </a:prstGeom>
            </p:spPr>
            <p:txBody>
              <a:bodyPr wrap="square">
                <a:spAutoFit/>
              </a:bodyPr>
              <a:lstStyle/>
              <a:p>
                <a:pPr algn="ctr"/>
                <a:r>
                  <a:rPr lang="ja-JP" altLang="en-US" sz="5500" b="1" dirty="0">
                    <a:solidFill>
                      <a:schemeClr val="bg1"/>
                    </a:solidFill>
                    <a:latin typeface="+mn-ea"/>
                  </a:rPr>
                  <a:t>藤田 孝之</a:t>
                </a:r>
                <a:r>
                  <a:rPr lang="en-US" altLang="ja-JP" sz="5500" b="1" baseline="30000" dirty="0">
                    <a:solidFill>
                      <a:schemeClr val="bg1"/>
                    </a:solidFill>
                    <a:latin typeface="+mn-ea"/>
                  </a:rPr>
                  <a:t>2</a:t>
                </a:r>
                <a:endParaRPr lang="ja-JP" altLang="en-US" sz="5500" b="1" baseline="30000" dirty="0">
                  <a:solidFill>
                    <a:schemeClr val="bg1"/>
                  </a:solidFill>
                  <a:latin typeface="+mn-ea"/>
                </a:endParaRPr>
              </a:p>
            </p:txBody>
          </p:sp>
          <p:sp>
            <p:nvSpPr>
              <p:cNvPr id="81" name="正方形/長方形 80">
                <a:extLst>
                  <a:ext uri="{FF2B5EF4-FFF2-40B4-BE49-F238E27FC236}">
                    <a16:creationId xmlns:a16="http://schemas.microsoft.com/office/drawing/2014/main" id="{98ECA728-62EF-142E-007C-9FE792B04807}"/>
                  </a:ext>
                </a:extLst>
              </p:cNvPr>
              <p:cNvSpPr/>
              <p:nvPr/>
            </p:nvSpPr>
            <p:spPr>
              <a:xfrm>
                <a:off x="3346898" y="3613318"/>
                <a:ext cx="10840312" cy="193956"/>
              </a:xfrm>
              <a:prstGeom prst="rect">
                <a:avLst/>
              </a:prstGeom>
            </p:spPr>
            <p:txBody>
              <a:bodyPr wrap="square">
                <a:spAutoFit/>
              </a:bodyPr>
              <a:lstStyle/>
              <a:p>
                <a:pPr algn="ctr"/>
                <a:r>
                  <a:rPr lang="en-US" altLang="ja-JP" sz="5001" b="1" baseline="30000" dirty="0">
                    <a:solidFill>
                      <a:schemeClr val="bg1"/>
                    </a:solidFill>
                    <a:latin typeface="+mn-ea"/>
                  </a:rPr>
                  <a:t>1</a:t>
                </a:r>
                <a:r>
                  <a:rPr lang="ja-JP" altLang="en-US" sz="5001" b="1" dirty="0">
                    <a:solidFill>
                      <a:schemeClr val="bg1"/>
                    </a:solidFill>
                    <a:latin typeface="+mn-ea"/>
                  </a:rPr>
                  <a:t>兵庫県立大学大学院工学研究科</a:t>
                </a:r>
                <a:endParaRPr lang="ja-JP" altLang="en-US" sz="5001" b="1" baseline="30000" dirty="0">
                  <a:solidFill>
                    <a:schemeClr val="bg1"/>
                  </a:solidFill>
                  <a:latin typeface="+mn-ea"/>
                </a:endParaRPr>
              </a:p>
              <a:p>
                <a:pPr algn="ctr"/>
                <a:endParaRPr lang="ja-JP" altLang="en-US" sz="5500" b="1" baseline="30000" dirty="0">
                  <a:solidFill>
                    <a:schemeClr val="bg1"/>
                  </a:solidFill>
                  <a:latin typeface="+mn-ea"/>
                </a:endParaRPr>
              </a:p>
            </p:txBody>
          </p:sp>
          <p:sp>
            <p:nvSpPr>
              <p:cNvPr id="84" name="正方形/長方形 83">
                <a:extLst>
                  <a:ext uri="{FF2B5EF4-FFF2-40B4-BE49-F238E27FC236}">
                    <a16:creationId xmlns:a16="http://schemas.microsoft.com/office/drawing/2014/main" id="{931D495A-6F84-512E-3104-7A4CC58AD6E1}"/>
                  </a:ext>
                </a:extLst>
              </p:cNvPr>
              <p:cNvSpPr/>
              <p:nvPr/>
            </p:nvSpPr>
            <p:spPr>
              <a:xfrm>
                <a:off x="16356162" y="3615435"/>
                <a:ext cx="13799689" cy="193956"/>
              </a:xfrm>
              <a:prstGeom prst="rect">
                <a:avLst/>
              </a:prstGeom>
            </p:spPr>
            <p:txBody>
              <a:bodyPr wrap="square">
                <a:spAutoFit/>
              </a:bodyPr>
              <a:lstStyle/>
              <a:p>
                <a:pPr algn="ctr"/>
                <a:r>
                  <a:rPr lang="en-US" altLang="ja-JP" sz="5001" b="1" baseline="30000" dirty="0">
                    <a:solidFill>
                      <a:schemeClr val="bg1"/>
                    </a:solidFill>
                    <a:latin typeface="+mn-ea"/>
                  </a:rPr>
                  <a:t>2</a:t>
                </a:r>
                <a:r>
                  <a:rPr lang="ja-JP" altLang="en-US" sz="5001" b="1" dirty="0">
                    <a:solidFill>
                      <a:schemeClr val="bg1"/>
                    </a:solidFill>
                    <a:latin typeface="+mn-ea"/>
                  </a:rPr>
                  <a:t>兵庫県立大学先端医療工学研究所</a:t>
                </a:r>
                <a:endParaRPr lang="ja-JP" altLang="en-US" sz="5001" b="1" baseline="30000" dirty="0">
                  <a:solidFill>
                    <a:schemeClr val="bg1"/>
                  </a:solidFill>
                  <a:latin typeface="+mn-ea"/>
                </a:endParaRPr>
              </a:p>
              <a:p>
                <a:pPr algn="ctr"/>
                <a:endParaRPr lang="ja-JP" altLang="en-US" sz="5500" b="1" baseline="30000" dirty="0">
                  <a:solidFill>
                    <a:schemeClr val="bg1"/>
                  </a:solidFill>
                  <a:latin typeface="+mn-ea"/>
                </a:endParaRPr>
              </a:p>
            </p:txBody>
          </p:sp>
        </p:grpSp>
      </p:grpSp>
      <p:pic>
        <p:nvPicPr>
          <p:cNvPr id="37" name="図 36">
            <a:extLst>
              <a:ext uri="{FF2B5EF4-FFF2-40B4-BE49-F238E27FC236}">
                <a16:creationId xmlns:a16="http://schemas.microsoft.com/office/drawing/2014/main" id="{5659AB78-B025-C7A0-C30A-F94610F0A295}"/>
              </a:ext>
            </a:extLst>
          </p:cNvPr>
          <p:cNvPicPr>
            <a:picLocks noChangeAspect="1"/>
          </p:cNvPicPr>
          <p:nvPr/>
        </p:nvPicPr>
        <p:blipFill>
          <a:blip r:embed="rId4"/>
          <a:stretch>
            <a:fillRect/>
          </a:stretch>
        </p:blipFill>
        <p:spPr>
          <a:xfrm>
            <a:off x="345341" y="8336175"/>
            <a:ext cx="7732655" cy="3748892"/>
          </a:xfrm>
          <a:prstGeom prst="rect">
            <a:avLst/>
          </a:prstGeom>
        </p:spPr>
      </p:pic>
      <p:pic>
        <p:nvPicPr>
          <p:cNvPr id="39" name="図 38">
            <a:extLst>
              <a:ext uri="{FF2B5EF4-FFF2-40B4-BE49-F238E27FC236}">
                <a16:creationId xmlns:a16="http://schemas.microsoft.com/office/drawing/2014/main" id="{25BDC80C-1D18-DCBD-101F-F414C11B1DFC}"/>
              </a:ext>
            </a:extLst>
          </p:cNvPr>
          <p:cNvPicPr>
            <a:picLocks noChangeAspect="1"/>
          </p:cNvPicPr>
          <p:nvPr/>
        </p:nvPicPr>
        <p:blipFill>
          <a:blip r:embed="rId5"/>
          <a:stretch>
            <a:fillRect/>
          </a:stretch>
        </p:blipFill>
        <p:spPr>
          <a:xfrm>
            <a:off x="8621143" y="7930000"/>
            <a:ext cx="5900691" cy="5238369"/>
          </a:xfrm>
          <a:prstGeom prst="rect">
            <a:avLst/>
          </a:prstGeom>
        </p:spPr>
      </p:pic>
      <p:sp>
        <p:nvSpPr>
          <p:cNvPr id="43" name="テキスト ボックス 42">
            <a:extLst>
              <a:ext uri="{FF2B5EF4-FFF2-40B4-BE49-F238E27FC236}">
                <a16:creationId xmlns:a16="http://schemas.microsoft.com/office/drawing/2014/main" id="{97422223-F9D1-D79B-7021-14F6197531A7}"/>
              </a:ext>
            </a:extLst>
          </p:cNvPr>
          <p:cNvSpPr txBox="1"/>
          <p:nvPr/>
        </p:nvSpPr>
        <p:spPr>
          <a:xfrm>
            <a:off x="9134390" y="7060003"/>
            <a:ext cx="5763555" cy="1077218"/>
          </a:xfrm>
          <a:prstGeom prst="rect">
            <a:avLst/>
          </a:prstGeom>
          <a:noFill/>
        </p:spPr>
        <p:txBody>
          <a:bodyPr wrap="square" rtlCol="0">
            <a:spAutoFit/>
          </a:bodyPr>
          <a:lstStyle/>
          <a:p>
            <a:pPr algn="ctr">
              <a:defRPr sz="3200" b="0" i="0" u="none" strike="noStrike" kern="1200" spc="0" baseline="0">
                <a:solidFill>
                  <a:prstClr val="black">
                    <a:lumMod val="65000"/>
                    <a:lumOff val="35000"/>
                  </a:prstClr>
                </a:solidFill>
                <a:latin typeface="+mn-lt"/>
                <a:ea typeface="+mn-ea"/>
                <a:cs typeface="+mn-cs"/>
              </a:defRPr>
            </a:pPr>
            <a:r>
              <a:rPr lang="ja-JP" altLang="en-US" sz="3200" b="1" dirty="0">
                <a:solidFill>
                  <a:schemeClr val="bg1">
                    <a:lumMod val="10000"/>
                  </a:schemeClr>
                </a:solidFill>
                <a:latin typeface="+mn-ea"/>
              </a:rPr>
              <a:t>日本国内の医療事故の割合</a:t>
            </a:r>
            <a:endParaRPr lang="en-US" altLang="ja-JP" sz="3200" b="1" dirty="0">
              <a:solidFill>
                <a:schemeClr val="bg1">
                  <a:lumMod val="10000"/>
                </a:schemeClr>
              </a:solidFill>
              <a:latin typeface="+mn-ea"/>
            </a:endParaRPr>
          </a:p>
          <a:p>
            <a:pPr algn="ctr">
              <a:defRPr sz="3200" b="0" i="0" u="none" strike="noStrike" kern="1200" spc="0" baseline="0">
                <a:solidFill>
                  <a:prstClr val="black">
                    <a:lumMod val="65000"/>
                    <a:lumOff val="35000"/>
                  </a:prstClr>
                </a:solidFill>
                <a:latin typeface="+mn-lt"/>
                <a:ea typeface="+mn-ea"/>
                <a:cs typeface="+mn-cs"/>
              </a:defRPr>
            </a:pPr>
            <a:r>
              <a:rPr lang="en-US" altLang="ja-JP" sz="3200" b="1" dirty="0">
                <a:solidFill>
                  <a:schemeClr val="bg1">
                    <a:lumMod val="10000"/>
                  </a:schemeClr>
                </a:solidFill>
                <a:latin typeface="+mn-ea"/>
              </a:rPr>
              <a:t>(2023)</a:t>
            </a:r>
            <a:endParaRPr kumimoji="1" lang="ja-JP" altLang="en-US" sz="3200" dirty="0">
              <a:latin typeface="+mn-ea"/>
            </a:endParaRPr>
          </a:p>
        </p:txBody>
      </p:sp>
      <p:sp>
        <p:nvSpPr>
          <p:cNvPr id="46" name="テキスト ボックス 45">
            <a:extLst>
              <a:ext uri="{FF2B5EF4-FFF2-40B4-BE49-F238E27FC236}">
                <a16:creationId xmlns:a16="http://schemas.microsoft.com/office/drawing/2014/main" id="{5DF2BBE3-341F-61F7-2CB7-6878711CED1B}"/>
              </a:ext>
            </a:extLst>
          </p:cNvPr>
          <p:cNvSpPr txBox="1"/>
          <p:nvPr/>
        </p:nvSpPr>
        <p:spPr>
          <a:xfrm>
            <a:off x="8433943" y="13090757"/>
            <a:ext cx="6205812" cy="830997"/>
          </a:xfrm>
          <a:prstGeom prst="rect">
            <a:avLst/>
          </a:prstGeom>
          <a:noFill/>
        </p:spPr>
        <p:txBody>
          <a:bodyPr wrap="square" rtlCol="0">
            <a:spAutoFit/>
          </a:bodyPr>
          <a:lstStyle/>
          <a:p>
            <a:r>
              <a:rPr kumimoji="0" lang="ja-JP" altLang="en-US" sz="2400" kern="0" dirty="0">
                <a:solidFill>
                  <a:srgbClr val="000000"/>
                </a:solidFill>
                <a:latin typeface="+mn-ea"/>
                <a:cs typeface="Quattrocento Sans"/>
                <a:sym typeface="Quattrocento Sans"/>
              </a:rPr>
              <a:t>日本医療機能評価機構 医療事故防止事業部</a:t>
            </a:r>
            <a:r>
              <a:rPr kumimoji="0" lang="en-US" altLang="ja-JP" sz="2400" kern="0" dirty="0">
                <a:solidFill>
                  <a:srgbClr val="000000"/>
                </a:solidFill>
                <a:latin typeface="+mn-ea"/>
                <a:cs typeface="Quattrocento Sans"/>
                <a:sym typeface="Quattrocento Sans"/>
              </a:rPr>
              <a:t>: </a:t>
            </a:r>
            <a:r>
              <a:rPr kumimoji="0" lang="ja-JP" altLang="en-US" sz="2400" kern="0" dirty="0">
                <a:solidFill>
                  <a:srgbClr val="000000"/>
                </a:solidFill>
                <a:latin typeface="+mn-ea"/>
                <a:cs typeface="Quattrocento Sans"/>
                <a:sym typeface="Quattrocento Sans"/>
              </a:rPr>
              <a:t>医療情報収集等事業</a:t>
            </a:r>
            <a:r>
              <a:rPr kumimoji="0" lang="en-US" altLang="ja-JP" sz="2400" kern="0" dirty="0">
                <a:solidFill>
                  <a:srgbClr val="000000"/>
                </a:solidFill>
                <a:latin typeface="+mn-ea"/>
                <a:cs typeface="Quattrocento Sans"/>
                <a:sym typeface="Quattrocento Sans"/>
              </a:rPr>
              <a:t>, “</a:t>
            </a:r>
            <a:r>
              <a:rPr kumimoji="0" lang="ja-JP" altLang="en-US" sz="2400" kern="0" dirty="0">
                <a:solidFill>
                  <a:srgbClr val="000000"/>
                </a:solidFill>
                <a:latin typeface="+mn-ea"/>
                <a:cs typeface="Quattrocento Sans"/>
                <a:sym typeface="Quattrocento Sans"/>
              </a:rPr>
              <a:t>集計表”</a:t>
            </a:r>
            <a:r>
              <a:rPr kumimoji="0" lang="en-US" altLang="ja-JP" sz="2400" kern="0" dirty="0">
                <a:solidFill>
                  <a:srgbClr val="000000"/>
                </a:solidFill>
                <a:latin typeface="+mn-ea"/>
                <a:cs typeface="Quattrocento Sans"/>
                <a:sym typeface="Quattrocento Sans"/>
              </a:rPr>
              <a:t>, 2023)</a:t>
            </a:r>
            <a:endParaRPr kumimoji="1" lang="ja-JP" altLang="en-US" sz="2400" dirty="0">
              <a:latin typeface="+mn-ea"/>
            </a:endParaRPr>
          </a:p>
        </p:txBody>
      </p:sp>
      <p:sp>
        <p:nvSpPr>
          <p:cNvPr id="58" name="テキスト ボックス 57">
            <a:extLst>
              <a:ext uri="{FF2B5EF4-FFF2-40B4-BE49-F238E27FC236}">
                <a16:creationId xmlns:a16="http://schemas.microsoft.com/office/drawing/2014/main" id="{94CC3EEA-4F12-5DC0-DFC1-48881FF03953}"/>
              </a:ext>
            </a:extLst>
          </p:cNvPr>
          <p:cNvSpPr txBox="1"/>
          <p:nvPr/>
        </p:nvSpPr>
        <p:spPr>
          <a:xfrm>
            <a:off x="328743" y="12671767"/>
            <a:ext cx="803564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0000"/>
                </a:solidFill>
                <a:effectLst/>
                <a:uLnTx/>
                <a:uFillTx/>
                <a:latin typeface="+mn-ea"/>
                <a:cs typeface="Quattrocento Sans"/>
                <a:sym typeface="Quattrocento Sans"/>
              </a:rPr>
              <a:t>抜去あるある事例集より引用</a:t>
            </a:r>
            <a:r>
              <a:rPr kumimoji="0" lang="ja-JP" altLang="en-US" sz="2400" b="0" i="0" u="none" strike="noStrike" kern="0" cap="none" spc="0" normalizeH="0" baseline="0" noProof="0" dirty="0">
                <a:ln>
                  <a:noFill/>
                </a:ln>
                <a:solidFill>
                  <a:srgbClr val="000000"/>
                </a:solidFill>
                <a:effectLst/>
                <a:uLnTx/>
                <a:uFillTx/>
                <a:latin typeface="+mn-ea"/>
                <a:cs typeface="Quattrocento Sans"/>
                <a:sym typeface="Quattrocento Sans"/>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2400" b="0" i="0" u="none" strike="noStrike" kern="0" cap="none" spc="0" normalizeH="0" baseline="0" noProof="0" dirty="0">
                <a:ln>
                  <a:noFill/>
                </a:ln>
                <a:solidFill>
                  <a:srgbClr val="000000"/>
                </a:solidFill>
                <a:effectLst/>
                <a:uLnTx/>
                <a:uFillTx/>
                <a:latin typeface="+mn-ea"/>
                <a:cs typeface="Quattrocento Sans"/>
                <a:sym typeface="Quattrocento Sans"/>
              </a:rPr>
              <a:t>(</a:t>
            </a:r>
            <a:r>
              <a:rPr kumimoji="0" lang="ja-JP" altLang="en-US" sz="2400" b="0" i="0" u="none" strike="noStrike" kern="0" cap="none" spc="0" normalizeH="0" baseline="0" noProof="0" dirty="0">
                <a:ln>
                  <a:noFill/>
                </a:ln>
                <a:solidFill>
                  <a:srgbClr val="000000"/>
                </a:solidFill>
                <a:effectLst/>
                <a:uLnTx/>
                <a:uFillTx/>
                <a:latin typeface="+mn-ea"/>
                <a:cs typeface="Quattrocento Sans"/>
                <a:sym typeface="Quattrocento Sans"/>
              </a:rPr>
              <a:t>長内 佐斗子，曽根原 純子ほか</a:t>
            </a:r>
            <a:r>
              <a:rPr kumimoji="0" lang="en-US" altLang="ja-JP" sz="2400" b="0" i="0" u="none" strike="noStrike" kern="0" cap="none" spc="0" normalizeH="0" baseline="0" noProof="0" dirty="0">
                <a:ln>
                  <a:noFill/>
                </a:ln>
                <a:solidFill>
                  <a:srgbClr val="000000"/>
                </a:solidFill>
                <a:effectLst/>
                <a:uLnTx/>
                <a:uFillTx/>
                <a:latin typeface="+mn-ea"/>
                <a:cs typeface="Quattrocento Sans"/>
                <a:sym typeface="Quattrocento Sans"/>
              </a:rPr>
              <a:t>, </a:t>
            </a:r>
            <a:r>
              <a:rPr kumimoji="0" lang="ja-JP" altLang="en-US" sz="2400" b="0" i="0" u="none" strike="noStrike" kern="0" cap="none" spc="0" normalizeH="0" baseline="0" noProof="0" dirty="0">
                <a:ln>
                  <a:noFill/>
                </a:ln>
                <a:solidFill>
                  <a:srgbClr val="000000"/>
                </a:solidFill>
                <a:effectLst/>
                <a:uLnTx/>
                <a:uFillTx/>
                <a:latin typeface="+mn-ea"/>
                <a:cs typeface="Quattrocento Sans"/>
                <a:sym typeface="Quattrocento Sans"/>
              </a:rPr>
              <a:t>日本赤十字医療センター</a:t>
            </a:r>
            <a:r>
              <a:rPr kumimoji="0" lang="en-US" altLang="ja-JP" sz="2400" b="0" i="0" u="none" strike="noStrike" kern="0" cap="none" spc="0" normalizeH="0" baseline="0" noProof="0" dirty="0">
                <a:ln>
                  <a:noFill/>
                </a:ln>
                <a:solidFill>
                  <a:srgbClr val="000000"/>
                </a:solidFill>
                <a:effectLst/>
                <a:uLnTx/>
                <a:uFillTx/>
                <a:latin typeface="+mn-ea"/>
                <a:cs typeface="Quattrocento Sans"/>
                <a:sym typeface="Quattrocento Sans"/>
              </a:rPr>
              <a:t>, </a:t>
            </a:r>
            <a:r>
              <a:rPr kumimoji="0" lang="ja-JP" altLang="en-US" sz="2400" b="0" i="0" u="none" strike="noStrike" kern="0" cap="none" spc="0" normalizeH="0" baseline="0" noProof="0" dirty="0">
                <a:ln>
                  <a:noFill/>
                </a:ln>
                <a:solidFill>
                  <a:srgbClr val="000000"/>
                </a:solidFill>
                <a:effectLst/>
                <a:uLnTx/>
                <a:uFillTx/>
                <a:latin typeface="+mn-ea"/>
                <a:cs typeface="Quattrocento Sans"/>
                <a:sym typeface="Quattrocento Sans"/>
              </a:rPr>
              <a:t>株式会社 ケアコム</a:t>
            </a:r>
            <a:r>
              <a:rPr kumimoji="0" lang="en-US" altLang="ja-JP" sz="2400" b="0" i="0" u="none" strike="noStrike" kern="0" cap="none" spc="0" normalizeH="0" baseline="0" noProof="0" dirty="0">
                <a:ln>
                  <a:noFill/>
                </a:ln>
                <a:solidFill>
                  <a:srgbClr val="000000"/>
                </a:solidFill>
                <a:effectLst/>
                <a:uLnTx/>
                <a:uFillTx/>
                <a:latin typeface="+mn-ea"/>
                <a:cs typeface="Quattrocento Sans"/>
                <a:sym typeface="Quattrocento Sans"/>
              </a:rPr>
              <a:t>, </a:t>
            </a:r>
            <a:r>
              <a:rPr kumimoji="0" lang="ja-JP" altLang="en-US" sz="2400" b="0" i="0" u="none" strike="noStrike" kern="0" cap="none" spc="0" normalizeH="0" baseline="0" noProof="0" dirty="0">
                <a:ln>
                  <a:noFill/>
                </a:ln>
                <a:solidFill>
                  <a:srgbClr val="000000"/>
                </a:solidFill>
                <a:effectLst/>
                <a:uLnTx/>
                <a:uFillTx/>
                <a:latin typeface="+mn-ea"/>
                <a:cs typeface="Quattrocento Sans"/>
                <a:sym typeface="Quattrocento Sans"/>
              </a:rPr>
              <a:t>株式会社 ケア環境研究所</a:t>
            </a:r>
            <a:r>
              <a:rPr kumimoji="0" lang="en-US" altLang="ja-JP" sz="2400" b="0" i="0" u="none" strike="noStrike" kern="0" cap="none" spc="0" normalizeH="0" baseline="0" noProof="0" dirty="0">
                <a:ln>
                  <a:noFill/>
                </a:ln>
                <a:solidFill>
                  <a:srgbClr val="000000"/>
                </a:solidFill>
                <a:effectLst/>
                <a:uLnTx/>
                <a:uFillTx/>
                <a:latin typeface="+mn-ea"/>
                <a:cs typeface="Quattrocento Sans"/>
                <a:sym typeface="Quattrocento Sans"/>
              </a:rPr>
              <a:t>, p. 3, 2019).</a:t>
            </a:r>
            <a:endParaRPr kumimoji="0" lang="ja-JP" altLang="en-US" sz="2400" b="0" i="0" u="none" strike="noStrike" kern="0" cap="none" spc="0" normalizeH="0" baseline="0" noProof="0" dirty="0">
              <a:ln>
                <a:noFill/>
              </a:ln>
              <a:solidFill>
                <a:srgbClr val="000000"/>
              </a:solidFill>
              <a:effectLst/>
              <a:uLnTx/>
              <a:uFillTx/>
              <a:latin typeface="+mn-ea"/>
              <a:cs typeface="Quattrocento Sans"/>
              <a:sym typeface="Quattrocento Sans"/>
            </a:endParaRPr>
          </a:p>
        </p:txBody>
      </p:sp>
      <p:sp>
        <p:nvSpPr>
          <p:cNvPr id="61" name="テキスト ボックス 60">
            <a:extLst>
              <a:ext uri="{FF2B5EF4-FFF2-40B4-BE49-F238E27FC236}">
                <a16:creationId xmlns:a16="http://schemas.microsoft.com/office/drawing/2014/main" id="{7D269465-8B90-E873-ABE4-D9910A3470D7}"/>
              </a:ext>
            </a:extLst>
          </p:cNvPr>
          <p:cNvSpPr txBox="1"/>
          <p:nvPr/>
        </p:nvSpPr>
        <p:spPr>
          <a:xfrm>
            <a:off x="140957" y="6132389"/>
            <a:ext cx="8673706"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4400" b="1" i="0" u="sng" strike="noStrike" kern="0" cap="none" spc="0" normalizeH="0" baseline="0" noProof="0" dirty="0">
                <a:ln>
                  <a:noFill/>
                </a:ln>
                <a:solidFill>
                  <a:srgbClr val="FF0000"/>
                </a:solidFill>
                <a:effectLst/>
                <a:uLnTx/>
                <a:uFillTx/>
                <a:latin typeface="+mn-ea"/>
                <a:cs typeface="Quattrocento Sans"/>
                <a:sym typeface="Quattrocento Sans"/>
              </a:rPr>
              <a:t>自己抜去とは</a:t>
            </a:r>
            <a:endParaRPr kumimoji="0" lang="en-US" altLang="ja-JP" sz="4400" b="1" i="0" u="sng" strike="noStrike" kern="0" cap="none" spc="0" normalizeH="0" baseline="0" noProof="0" dirty="0">
              <a:ln>
                <a:noFill/>
              </a:ln>
              <a:solidFill>
                <a:srgbClr val="FF0000"/>
              </a:solidFill>
              <a:effectLst/>
              <a:uLnTx/>
              <a:uFillTx/>
              <a:latin typeface="+mn-ea"/>
              <a:cs typeface="Quattrocento Sans"/>
              <a:sym typeface="Quattrocento Sans"/>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sz="1000" b="0" i="0" u="none" strike="noStrike" kern="0" cap="none" spc="0" normalizeH="0" baseline="0" noProof="0" dirty="0">
              <a:ln>
                <a:noFill/>
              </a:ln>
              <a:solidFill>
                <a:srgbClr val="000000"/>
              </a:solidFill>
              <a:effectLst/>
              <a:uLnTx/>
              <a:uFillTx/>
              <a:latin typeface="ＭＳ Ｐゴシック"/>
              <a:ea typeface="ＭＳ Ｐゴシック"/>
              <a:cs typeface="Quattrocento Sans"/>
              <a:sym typeface="Quattrocento Sans"/>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600" b="0" i="0" u="none" strike="noStrike" kern="0" cap="none" spc="0" normalizeH="0" baseline="0" noProof="0" dirty="0">
                <a:ln>
                  <a:noFill/>
                </a:ln>
                <a:effectLst/>
                <a:uLnTx/>
                <a:uFillTx/>
                <a:latin typeface="+mn-ea"/>
                <a:cs typeface="Quattrocento Sans"/>
                <a:sym typeface="Quattrocento Sans"/>
              </a:rPr>
              <a:t>患者が医療チューブを引き抜いてしまう</a:t>
            </a:r>
            <a:br>
              <a:rPr kumimoji="0" lang="en-US" altLang="ja-JP" sz="3600" b="0" i="0" u="none" strike="noStrike" kern="0" cap="none" spc="0" normalizeH="0" baseline="0" noProof="0" dirty="0">
                <a:ln>
                  <a:noFill/>
                </a:ln>
                <a:effectLst/>
                <a:uLnTx/>
                <a:uFillTx/>
                <a:latin typeface="+mn-ea"/>
                <a:cs typeface="Quattrocento Sans"/>
                <a:sym typeface="Quattrocento Sans"/>
              </a:rPr>
            </a:br>
            <a:r>
              <a:rPr kumimoji="0" lang="ja-JP" altLang="en-US" sz="3600" b="0" i="0" u="none" strike="noStrike" kern="0" cap="none" spc="0" normalizeH="0" baseline="0" noProof="0" dirty="0">
                <a:ln>
                  <a:noFill/>
                </a:ln>
                <a:effectLst/>
                <a:uLnTx/>
                <a:uFillTx/>
                <a:latin typeface="+mn-ea"/>
                <a:cs typeface="Quattrocento Sans"/>
                <a:sym typeface="Quattrocento Sans"/>
              </a:rPr>
              <a:t>事故</a:t>
            </a:r>
            <a:r>
              <a:rPr kumimoji="0" lang="en-US" altLang="ja-JP" sz="3600" b="0" i="0" u="none" strike="noStrike" kern="0" cap="none" spc="0" normalizeH="0" baseline="0" noProof="0" dirty="0">
                <a:ln>
                  <a:noFill/>
                </a:ln>
                <a:effectLst/>
                <a:uLnTx/>
                <a:uFillTx/>
                <a:latin typeface="+mn-ea"/>
                <a:cs typeface="Quattrocento Sans"/>
                <a:sym typeface="Quattrocento Sans"/>
              </a:rPr>
              <a:t> </a:t>
            </a:r>
            <a:r>
              <a:rPr kumimoji="0" lang="ja-JP" altLang="en-US" sz="3600" b="0" i="0" u="none" strike="noStrike" kern="0" cap="none" spc="0" normalizeH="0" baseline="0" noProof="0" dirty="0">
                <a:ln>
                  <a:noFill/>
                </a:ln>
                <a:effectLst/>
                <a:uLnTx/>
                <a:uFillTx/>
                <a:latin typeface="+mn-ea"/>
                <a:cs typeface="Quattrocento Sans"/>
                <a:sym typeface="Quattrocento Sans"/>
              </a:rPr>
              <a:t>のこと</a:t>
            </a:r>
          </a:p>
        </p:txBody>
      </p:sp>
      <p:sp>
        <p:nvSpPr>
          <p:cNvPr id="62" name="テキスト ボックス 16">
            <a:extLst>
              <a:ext uri="{FF2B5EF4-FFF2-40B4-BE49-F238E27FC236}">
                <a16:creationId xmlns:a16="http://schemas.microsoft.com/office/drawing/2014/main" id="{E57A0B7A-ADDE-0F45-B4C7-5BEE4819D44B}"/>
              </a:ext>
            </a:extLst>
          </p:cNvPr>
          <p:cNvSpPr txBox="1"/>
          <p:nvPr/>
        </p:nvSpPr>
        <p:spPr>
          <a:xfrm>
            <a:off x="718433" y="14016740"/>
            <a:ext cx="14278042" cy="230832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571500" indent="-571500">
              <a:buClr>
                <a:schemeClr val="accent1">
                  <a:lumMod val="75000"/>
                </a:schemeClr>
              </a:buClr>
              <a:buFont typeface="Wingdings" panose="05000000000000000000" pitchFamily="2" charset="2"/>
              <a:buChar char="Ø"/>
            </a:pPr>
            <a:r>
              <a:rPr lang="ja-JP" altLang="en-US" sz="3600" dirty="0">
                <a:solidFill>
                  <a:schemeClr val="tx1">
                    <a:lumMod val="85000"/>
                    <a:lumOff val="15000"/>
                  </a:schemeClr>
                </a:solidFill>
                <a:latin typeface="+mn-ea"/>
              </a:rPr>
              <a:t>出血や感染症に加え，</a:t>
            </a:r>
            <a:r>
              <a:rPr lang="ja-JP" altLang="en-US" sz="3600" b="1" dirty="0">
                <a:solidFill>
                  <a:schemeClr val="accent2">
                    <a:lumMod val="75000"/>
                  </a:schemeClr>
                </a:solidFill>
                <a:latin typeface="+mn-ea"/>
              </a:rPr>
              <a:t>死亡リスク</a:t>
            </a:r>
            <a:r>
              <a:rPr lang="ja-JP" altLang="en-US" sz="3600" dirty="0">
                <a:solidFill>
                  <a:schemeClr val="tx1">
                    <a:lumMod val="85000"/>
                    <a:lumOff val="15000"/>
                  </a:schemeClr>
                </a:solidFill>
                <a:latin typeface="+mn-ea"/>
              </a:rPr>
              <a:t>など</a:t>
            </a:r>
            <a:r>
              <a:rPr lang="ja-JP" altLang="en-US" sz="3600" b="1" dirty="0">
                <a:solidFill>
                  <a:schemeClr val="tx1">
                    <a:lumMod val="85000"/>
                    <a:lumOff val="15000"/>
                  </a:schemeClr>
                </a:solidFill>
                <a:latin typeface="+mn-ea"/>
              </a:rPr>
              <a:t>重大な事故に</a:t>
            </a:r>
            <a:br>
              <a:rPr lang="en-US" altLang="ja-JP" sz="3600" b="1" dirty="0">
                <a:solidFill>
                  <a:schemeClr val="tx1">
                    <a:lumMod val="85000"/>
                    <a:lumOff val="15000"/>
                  </a:schemeClr>
                </a:solidFill>
                <a:latin typeface="+mn-ea"/>
              </a:rPr>
            </a:br>
            <a:r>
              <a:rPr lang="ja-JP" altLang="en-US" sz="3600" b="1" dirty="0">
                <a:solidFill>
                  <a:schemeClr val="tx1">
                    <a:lumMod val="85000"/>
                    <a:lumOff val="15000"/>
                  </a:schemeClr>
                </a:solidFill>
                <a:latin typeface="+mn-ea"/>
              </a:rPr>
              <a:t>　</a:t>
            </a:r>
            <a:r>
              <a:rPr lang="ja-JP" altLang="en-US" sz="3600" dirty="0">
                <a:solidFill>
                  <a:schemeClr val="tx1">
                    <a:lumMod val="85000"/>
                    <a:lumOff val="15000"/>
                  </a:schemeClr>
                </a:solidFill>
                <a:latin typeface="+mn-ea"/>
              </a:rPr>
              <a:t>つながる可能性</a:t>
            </a:r>
            <a:r>
              <a:rPr lang="en-US" altLang="ja-JP" sz="3600" dirty="0">
                <a:solidFill>
                  <a:schemeClr val="tx1">
                    <a:lumMod val="85000"/>
                    <a:lumOff val="15000"/>
                  </a:schemeClr>
                </a:solidFill>
                <a:latin typeface="+mn-ea"/>
              </a:rPr>
              <a:t>[1].</a:t>
            </a:r>
          </a:p>
          <a:p>
            <a:pPr marL="571500" indent="-571500">
              <a:buClr>
                <a:schemeClr val="accent1">
                  <a:lumMod val="75000"/>
                </a:schemeClr>
              </a:buClr>
              <a:buFont typeface="Wingdings" panose="05000000000000000000" pitchFamily="2" charset="2"/>
              <a:buChar char="Ø"/>
            </a:pPr>
            <a:r>
              <a:rPr lang="ja-JP" altLang="en-US" sz="3600" dirty="0">
                <a:solidFill>
                  <a:schemeClr val="tx1">
                    <a:lumMod val="85000"/>
                    <a:lumOff val="15000"/>
                  </a:schemeClr>
                </a:solidFill>
                <a:latin typeface="+mn-ea"/>
              </a:rPr>
              <a:t>対策としては</a:t>
            </a:r>
            <a:r>
              <a:rPr lang="en-US" altLang="ja-JP" sz="3600" dirty="0">
                <a:solidFill>
                  <a:schemeClr val="tx1">
                    <a:lumMod val="85000"/>
                    <a:lumOff val="15000"/>
                  </a:schemeClr>
                </a:solidFill>
                <a:latin typeface="+mn-ea"/>
              </a:rPr>
              <a:t>, </a:t>
            </a:r>
            <a:r>
              <a:rPr lang="ja-JP" altLang="en-US" sz="3600" dirty="0">
                <a:solidFill>
                  <a:schemeClr val="tx1">
                    <a:lumMod val="85000"/>
                    <a:lumOff val="15000"/>
                  </a:schemeClr>
                </a:solidFill>
                <a:latin typeface="+mn-ea"/>
              </a:rPr>
              <a:t>看護師による巡回や身体抑制策があるが</a:t>
            </a:r>
            <a:br>
              <a:rPr lang="en-US" altLang="ja-JP" sz="3600" dirty="0">
                <a:solidFill>
                  <a:schemeClr val="tx1">
                    <a:lumMod val="85000"/>
                    <a:lumOff val="15000"/>
                  </a:schemeClr>
                </a:solidFill>
                <a:latin typeface="+mn-ea"/>
              </a:rPr>
            </a:br>
            <a:r>
              <a:rPr lang="ja-JP" altLang="en-US" sz="3600" dirty="0">
                <a:solidFill>
                  <a:schemeClr val="tx1">
                    <a:lumMod val="85000"/>
                    <a:lumOff val="15000"/>
                  </a:schemeClr>
                </a:solidFill>
                <a:latin typeface="+mn-ea"/>
              </a:rPr>
              <a:t>　</a:t>
            </a:r>
            <a:r>
              <a:rPr lang="en-US" altLang="ja-JP" sz="3600" dirty="0">
                <a:solidFill>
                  <a:schemeClr val="tx1">
                    <a:lumMod val="85000"/>
                    <a:lumOff val="15000"/>
                  </a:schemeClr>
                </a:solidFill>
                <a:latin typeface="+mn-ea"/>
              </a:rPr>
              <a:t>, </a:t>
            </a:r>
            <a:r>
              <a:rPr lang="ja-JP" altLang="en-US" sz="3600" dirty="0">
                <a:solidFill>
                  <a:schemeClr val="tx1">
                    <a:lumMod val="85000"/>
                    <a:lumOff val="15000"/>
                  </a:schemeClr>
                </a:solidFill>
                <a:latin typeface="+mn-ea"/>
              </a:rPr>
              <a:t>負担が大きく</a:t>
            </a:r>
            <a:r>
              <a:rPr lang="en-US" altLang="ja-JP" sz="3600" dirty="0">
                <a:solidFill>
                  <a:schemeClr val="tx1">
                    <a:lumMod val="85000"/>
                    <a:lumOff val="15000"/>
                  </a:schemeClr>
                </a:solidFill>
                <a:latin typeface="+mn-ea"/>
              </a:rPr>
              <a:t>, </a:t>
            </a:r>
            <a:r>
              <a:rPr lang="ja-JP" altLang="en-US" sz="3600" dirty="0">
                <a:solidFill>
                  <a:schemeClr val="tx1">
                    <a:lumMod val="85000"/>
                    <a:lumOff val="15000"/>
                  </a:schemeClr>
                </a:solidFill>
                <a:latin typeface="+mn-ea"/>
              </a:rPr>
              <a:t>倫理的問題もある</a:t>
            </a:r>
            <a:r>
              <a:rPr lang="en-US" altLang="ja-JP" sz="3600" dirty="0">
                <a:solidFill>
                  <a:schemeClr val="tx1">
                    <a:lumMod val="85000"/>
                    <a:lumOff val="15000"/>
                  </a:schemeClr>
                </a:solidFill>
                <a:latin typeface="+mn-ea"/>
              </a:rPr>
              <a:t>.</a:t>
            </a:r>
            <a:endParaRPr lang="ja-JP" altLang="en-US" sz="3600" dirty="0">
              <a:solidFill>
                <a:schemeClr val="tx1">
                  <a:lumMod val="85000"/>
                  <a:lumOff val="15000"/>
                </a:schemeClr>
              </a:solidFill>
              <a:latin typeface="+mn-ea"/>
            </a:endParaRPr>
          </a:p>
        </p:txBody>
      </p:sp>
      <p:sp>
        <p:nvSpPr>
          <p:cNvPr id="66" name="二等辺三角形 65">
            <a:extLst>
              <a:ext uri="{FF2B5EF4-FFF2-40B4-BE49-F238E27FC236}">
                <a16:creationId xmlns:a16="http://schemas.microsoft.com/office/drawing/2014/main" id="{FF28F33D-3F5D-477D-F1C3-147E6365C3D7}"/>
              </a:ext>
            </a:extLst>
          </p:cNvPr>
          <p:cNvSpPr/>
          <p:nvPr/>
        </p:nvSpPr>
        <p:spPr>
          <a:xfrm rot="10800000">
            <a:off x="6049267" y="16325063"/>
            <a:ext cx="2765396" cy="657766"/>
          </a:xfrm>
          <a:prstGeom prst="triangle">
            <a:avLst/>
          </a:prstGeom>
          <a:solidFill>
            <a:schemeClr val="accent1">
              <a:lumMod val="75000"/>
            </a:schemeClr>
          </a:solidFill>
          <a:ln>
            <a:solidFill>
              <a:srgbClr val="0F9A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74" name="テキスト ボックス 73">
            <a:extLst>
              <a:ext uri="{FF2B5EF4-FFF2-40B4-BE49-F238E27FC236}">
                <a16:creationId xmlns:a16="http://schemas.microsoft.com/office/drawing/2014/main" id="{8DD09286-2F57-D4AC-568C-2342FBA58130}"/>
              </a:ext>
            </a:extLst>
          </p:cNvPr>
          <p:cNvSpPr txBox="1"/>
          <p:nvPr/>
        </p:nvSpPr>
        <p:spPr>
          <a:xfrm>
            <a:off x="3373931" y="17097284"/>
            <a:ext cx="7706516" cy="707886"/>
          </a:xfrm>
          <a:prstGeom prst="rect">
            <a:avLst/>
          </a:prstGeom>
          <a:noFill/>
        </p:spPr>
        <p:txBody>
          <a:bodyPr wrap="square" rtlCol="0">
            <a:spAutoFit/>
          </a:bodyPr>
          <a:lstStyle/>
          <a:p>
            <a:r>
              <a:rPr kumimoji="1" lang="ja-JP" altLang="en-US" sz="4000" b="1" dirty="0"/>
              <a:t>現場だけの対応では限界がある</a:t>
            </a:r>
          </a:p>
        </p:txBody>
      </p:sp>
      <p:sp>
        <p:nvSpPr>
          <p:cNvPr id="75" name="テキスト ボックス 74">
            <a:extLst>
              <a:ext uri="{FF2B5EF4-FFF2-40B4-BE49-F238E27FC236}">
                <a16:creationId xmlns:a16="http://schemas.microsoft.com/office/drawing/2014/main" id="{94C6A638-9450-0CFE-267E-5895244EAF8E}"/>
              </a:ext>
            </a:extLst>
          </p:cNvPr>
          <p:cNvSpPr txBox="1"/>
          <p:nvPr/>
        </p:nvSpPr>
        <p:spPr>
          <a:xfrm>
            <a:off x="101311" y="17805170"/>
            <a:ext cx="5570086" cy="769441"/>
          </a:xfrm>
          <a:prstGeom prst="rect">
            <a:avLst/>
          </a:prstGeom>
          <a:noFill/>
        </p:spPr>
        <p:txBody>
          <a:bodyPr wrap="square" rtlCol="0">
            <a:spAutoFit/>
          </a:bodyPr>
          <a:lstStyle/>
          <a:p>
            <a:r>
              <a:rPr kumimoji="1" lang="ja-JP" altLang="en-US" sz="4400" b="1" u="sng" dirty="0"/>
              <a:t>関連研究</a:t>
            </a:r>
          </a:p>
        </p:txBody>
      </p:sp>
      <p:graphicFrame>
        <p:nvGraphicFramePr>
          <p:cNvPr id="78" name="表 77">
            <a:extLst>
              <a:ext uri="{FF2B5EF4-FFF2-40B4-BE49-F238E27FC236}">
                <a16:creationId xmlns:a16="http://schemas.microsoft.com/office/drawing/2014/main" id="{F7A3D9CE-015D-44D9-7EAC-D1EB0116507C}"/>
              </a:ext>
            </a:extLst>
          </p:cNvPr>
          <p:cNvGraphicFramePr>
            <a:graphicFrameLocks noGrp="1"/>
          </p:cNvGraphicFramePr>
          <p:nvPr>
            <p:extLst>
              <p:ext uri="{D42A27DB-BD31-4B8C-83A1-F6EECF244321}">
                <p14:modId xmlns:p14="http://schemas.microsoft.com/office/powerpoint/2010/main" val="1183587417"/>
              </p:ext>
            </p:extLst>
          </p:nvPr>
        </p:nvGraphicFramePr>
        <p:xfrm>
          <a:off x="1062682" y="18544593"/>
          <a:ext cx="12481868" cy="3566160"/>
        </p:xfrm>
        <a:graphic>
          <a:graphicData uri="http://schemas.openxmlformats.org/drawingml/2006/table">
            <a:tbl>
              <a:tblPr firstRow="1" bandRow="1">
                <a:tableStyleId>{6E25E649-3F16-4E02-A733-19D2CDBF48F0}</a:tableStyleId>
              </a:tblPr>
              <a:tblGrid>
                <a:gridCol w="3962352">
                  <a:extLst>
                    <a:ext uri="{9D8B030D-6E8A-4147-A177-3AD203B41FA5}">
                      <a16:colId xmlns:a16="http://schemas.microsoft.com/office/drawing/2014/main" val="334830857"/>
                    </a:ext>
                  </a:extLst>
                </a:gridCol>
                <a:gridCol w="2722660">
                  <a:extLst>
                    <a:ext uri="{9D8B030D-6E8A-4147-A177-3AD203B41FA5}">
                      <a16:colId xmlns:a16="http://schemas.microsoft.com/office/drawing/2014/main" val="1495598289"/>
                    </a:ext>
                  </a:extLst>
                </a:gridCol>
                <a:gridCol w="2863029">
                  <a:extLst>
                    <a:ext uri="{9D8B030D-6E8A-4147-A177-3AD203B41FA5}">
                      <a16:colId xmlns:a16="http://schemas.microsoft.com/office/drawing/2014/main" val="1928598595"/>
                    </a:ext>
                  </a:extLst>
                </a:gridCol>
                <a:gridCol w="2933827">
                  <a:extLst>
                    <a:ext uri="{9D8B030D-6E8A-4147-A177-3AD203B41FA5}">
                      <a16:colId xmlns:a16="http://schemas.microsoft.com/office/drawing/2014/main" val="1515226144"/>
                    </a:ext>
                  </a:extLst>
                </a:gridCol>
              </a:tblGrid>
              <a:tr h="663606">
                <a:tc>
                  <a:txBody>
                    <a:bodyPr/>
                    <a:lstStyle>
                      <a:lvl1pPr marL="0" algn="l" defTabSz="3028173" rtl="0" eaLnBrk="1" latinLnBrk="0" hangingPunct="1">
                        <a:defRPr kumimoji="1" sz="5962" b="1" kern="1200">
                          <a:solidFill>
                            <a:schemeClr val="lt1"/>
                          </a:solidFill>
                          <a:latin typeface="Arial"/>
                          <a:ea typeface="ＭＳ Ｐゴシック"/>
                        </a:defRPr>
                      </a:lvl1pPr>
                      <a:lvl2pPr marL="1514087" algn="l" defTabSz="3028173" rtl="0" eaLnBrk="1" latinLnBrk="0" hangingPunct="1">
                        <a:defRPr kumimoji="1" sz="5962" b="1" kern="1200">
                          <a:solidFill>
                            <a:schemeClr val="lt1"/>
                          </a:solidFill>
                          <a:latin typeface="Arial"/>
                          <a:ea typeface="ＭＳ Ｐゴシック"/>
                        </a:defRPr>
                      </a:lvl2pPr>
                      <a:lvl3pPr marL="3028173" algn="l" defTabSz="3028173" rtl="0" eaLnBrk="1" latinLnBrk="0" hangingPunct="1">
                        <a:defRPr kumimoji="1" sz="5962" b="1" kern="1200">
                          <a:solidFill>
                            <a:schemeClr val="lt1"/>
                          </a:solidFill>
                          <a:latin typeface="Arial"/>
                          <a:ea typeface="ＭＳ Ｐゴシック"/>
                        </a:defRPr>
                      </a:lvl3pPr>
                      <a:lvl4pPr marL="4542265" algn="l" defTabSz="3028173" rtl="0" eaLnBrk="1" latinLnBrk="0" hangingPunct="1">
                        <a:defRPr kumimoji="1" sz="5962" b="1" kern="1200">
                          <a:solidFill>
                            <a:schemeClr val="lt1"/>
                          </a:solidFill>
                          <a:latin typeface="Arial"/>
                          <a:ea typeface="ＭＳ Ｐゴシック"/>
                        </a:defRPr>
                      </a:lvl4pPr>
                      <a:lvl5pPr marL="6056352" algn="l" defTabSz="3028173" rtl="0" eaLnBrk="1" latinLnBrk="0" hangingPunct="1">
                        <a:defRPr kumimoji="1" sz="5962" b="1" kern="1200">
                          <a:solidFill>
                            <a:schemeClr val="lt1"/>
                          </a:solidFill>
                          <a:latin typeface="Arial"/>
                          <a:ea typeface="ＭＳ Ｐゴシック"/>
                        </a:defRPr>
                      </a:lvl5pPr>
                      <a:lvl6pPr marL="7570444" algn="l" defTabSz="3028173" rtl="0" eaLnBrk="1" latinLnBrk="0" hangingPunct="1">
                        <a:defRPr kumimoji="1" sz="5962" b="1" kern="1200">
                          <a:solidFill>
                            <a:schemeClr val="lt1"/>
                          </a:solidFill>
                          <a:latin typeface="Arial"/>
                          <a:ea typeface="ＭＳ Ｐゴシック"/>
                        </a:defRPr>
                      </a:lvl6pPr>
                      <a:lvl7pPr marL="9084531" algn="l" defTabSz="3028173" rtl="0" eaLnBrk="1" latinLnBrk="0" hangingPunct="1">
                        <a:defRPr kumimoji="1" sz="5962" b="1" kern="1200">
                          <a:solidFill>
                            <a:schemeClr val="lt1"/>
                          </a:solidFill>
                          <a:latin typeface="Arial"/>
                          <a:ea typeface="ＭＳ Ｐゴシック"/>
                        </a:defRPr>
                      </a:lvl7pPr>
                      <a:lvl8pPr marL="10598617" algn="l" defTabSz="3028173" rtl="0" eaLnBrk="1" latinLnBrk="0" hangingPunct="1">
                        <a:defRPr kumimoji="1" sz="5962" b="1" kern="1200">
                          <a:solidFill>
                            <a:schemeClr val="lt1"/>
                          </a:solidFill>
                          <a:latin typeface="Arial"/>
                          <a:ea typeface="ＭＳ Ｐゴシック"/>
                        </a:defRPr>
                      </a:lvl8pPr>
                      <a:lvl9pPr marL="12112704" algn="l" defTabSz="3028173" rtl="0" eaLnBrk="1" latinLnBrk="0" hangingPunct="1">
                        <a:defRPr kumimoji="1" sz="5962" b="1" kern="1200">
                          <a:solidFill>
                            <a:schemeClr val="lt1"/>
                          </a:solidFill>
                          <a:latin typeface="Arial"/>
                          <a:ea typeface="ＭＳ Ｐゴシック"/>
                        </a:defRPr>
                      </a:lvl9pPr>
                    </a:lstStyle>
                    <a:p>
                      <a:pPr algn="ctr"/>
                      <a:endParaRPr kumimoji="1" lang="ja-JP" altLang="en-US" sz="2000" dirty="0">
                        <a:latin typeface="+mn-ea"/>
                        <a:ea typeface="+mn-ea"/>
                      </a:endParaRPr>
                    </a:p>
                  </a:txBody>
                  <a:tcPr/>
                </a:tc>
                <a:tc>
                  <a:txBody>
                    <a:bodyPr/>
                    <a:lstStyle>
                      <a:lvl1pPr marL="0" algn="l" defTabSz="3028173" rtl="0" eaLnBrk="1" latinLnBrk="0" hangingPunct="1">
                        <a:defRPr kumimoji="1" sz="5962" b="1" kern="1200">
                          <a:solidFill>
                            <a:schemeClr val="lt1"/>
                          </a:solidFill>
                          <a:latin typeface="Arial"/>
                          <a:ea typeface="ＭＳ Ｐゴシック"/>
                        </a:defRPr>
                      </a:lvl1pPr>
                      <a:lvl2pPr marL="1514087" algn="l" defTabSz="3028173" rtl="0" eaLnBrk="1" latinLnBrk="0" hangingPunct="1">
                        <a:defRPr kumimoji="1" sz="5962" b="1" kern="1200">
                          <a:solidFill>
                            <a:schemeClr val="lt1"/>
                          </a:solidFill>
                          <a:latin typeface="Arial"/>
                          <a:ea typeface="ＭＳ Ｐゴシック"/>
                        </a:defRPr>
                      </a:lvl2pPr>
                      <a:lvl3pPr marL="3028173" algn="l" defTabSz="3028173" rtl="0" eaLnBrk="1" latinLnBrk="0" hangingPunct="1">
                        <a:defRPr kumimoji="1" sz="5962" b="1" kern="1200">
                          <a:solidFill>
                            <a:schemeClr val="lt1"/>
                          </a:solidFill>
                          <a:latin typeface="Arial"/>
                          <a:ea typeface="ＭＳ Ｐゴシック"/>
                        </a:defRPr>
                      </a:lvl3pPr>
                      <a:lvl4pPr marL="4542265" algn="l" defTabSz="3028173" rtl="0" eaLnBrk="1" latinLnBrk="0" hangingPunct="1">
                        <a:defRPr kumimoji="1" sz="5962" b="1" kern="1200">
                          <a:solidFill>
                            <a:schemeClr val="lt1"/>
                          </a:solidFill>
                          <a:latin typeface="Arial"/>
                          <a:ea typeface="ＭＳ Ｐゴシック"/>
                        </a:defRPr>
                      </a:lvl4pPr>
                      <a:lvl5pPr marL="6056352" algn="l" defTabSz="3028173" rtl="0" eaLnBrk="1" latinLnBrk="0" hangingPunct="1">
                        <a:defRPr kumimoji="1" sz="5962" b="1" kern="1200">
                          <a:solidFill>
                            <a:schemeClr val="lt1"/>
                          </a:solidFill>
                          <a:latin typeface="Arial"/>
                          <a:ea typeface="ＭＳ Ｐゴシック"/>
                        </a:defRPr>
                      </a:lvl5pPr>
                      <a:lvl6pPr marL="7570444" algn="l" defTabSz="3028173" rtl="0" eaLnBrk="1" latinLnBrk="0" hangingPunct="1">
                        <a:defRPr kumimoji="1" sz="5962" b="1" kern="1200">
                          <a:solidFill>
                            <a:schemeClr val="lt1"/>
                          </a:solidFill>
                          <a:latin typeface="Arial"/>
                          <a:ea typeface="ＭＳ Ｐゴシック"/>
                        </a:defRPr>
                      </a:lvl6pPr>
                      <a:lvl7pPr marL="9084531" algn="l" defTabSz="3028173" rtl="0" eaLnBrk="1" latinLnBrk="0" hangingPunct="1">
                        <a:defRPr kumimoji="1" sz="5962" b="1" kern="1200">
                          <a:solidFill>
                            <a:schemeClr val="lt1"/>
                          </a:solidFill>
                          <a:latin typeface="Arial"/>
                          <a:ea typeface="ＭＳ Ｐゴシック"/>
                        </a:defRPr>
                      </a:lvl7pPr>
                      <a:lvl8pPr marL="10598617" algn="l" defTabSz="3028173" rtl="0" eaLnBrk="1" latinLnBrk="0" hangingPunct="1">
                        <a:defRPr kumimoji="1" sz="5962" b="1" kern="1200">
                          <a:solidFill>
                            <a:schemeClr val="lt1"/>
                          </a:solidFill>
                          <a:latin typeface="Arial"/>
                          <a:ea typeface="ＭＳ Ｐゴシック"/>
                        </a:defRPr>
                      </a:lvl8pPr>
                      <a:lvl9pPr marL="12112704" algn="l" defTabSz="3028173" rtl="0" eaLnBrk="1" latinLnBrk="0" hangingPunct="1">
                        <a:defRPr kumimoji="1" sz="5962" b="1" kern="1200">
                          <a:solidFill>
                            <a:schemeClr val="lt1"/>
                          </a:solidFill>
                          <a:latin typeface="Arial"/>
                          <a:ea typeface="ＭＳ Ｐゴシック"/>
                        </a:defRPr>
                      </a:lvl9pPr>
                    </a:lstStyle>
                    <a:p>
                      <a:pPr algn="ctr"/>
                      <a:r>
                        <a:rPr kumimoji="1" lang="ja-JP" altLang="en-US" sz="3600" dirty="0"/>
                        <a:t>デバイス</a:t>
                      </a:r>
                      <a:endParaRPr kumimoji="1" lang="ja-JP" altLang="en-US" sz="3600" dirty="0">
                        <a:latin typeface="+mn-ea"/>
                        <a:ea typeface="+mn-ea"/>
                      </a:endParaRPr>
                    </a:p>
                  </a:txBody>
                  <a:tcPr/>
                </a:tc>
                <a:tc>
                  <a:txBody>
                    <a:bodyPr/>
                    <a:lstStyle>
                      <a:lvl1pPr marL="0" algn="l" defTabSz="3028173" rtl="0" eaLnBrk="1" latinLnBrk="0" hangingPunct="1">
                        <a:defRPr kumimoji="1" sz="5962" b="1" kern="1200">
                          <a:solidFill>
                            <a:schemeClr val="lt1"/>
                          </a:solidFill>
                          <a:latin typeface="Arial"/>
                          <a:ea typeface="ＭＳ Ｐゴシック"/>
                        </a:defRPr>
                      </a:lvl1pPr>
                      <a:lvl2pPr marL="1514087" algn="l" defTabSz="3028173" rtl="0" eaLnBrk="1" latinLnBrk="0" hangingPunct="1">
                        <a:defRPr kumimoji="1" sz="5962" b="1" kern="1200">
                          <a:solidFill>
                            <a:schemeClr val="lt1"/>
                          </a:solidFill>
                          <a:latin typeface="Arial"/>
                          <a:ea typeface="ＭＳ Ｐゴシック"/>
                        </a:defRPr>
                      </a:lvl2pPr>
                      <a:lvl3pPr marL="3028173" algn="l" defTabSz="3028173" rtl="0" eaLnBrk="1" latinLnBrk="0" hangingPunct="1">
                        <a:defRPr kumimoji="1" sz="5962" b="1" kern="1200">
                          <a:solidFill>
                            <a:schemeClr val="lt1"/>
                          </a:solidFill>
                          <a:latin typeface="Arial"/>
                          <a:ea typeface="ＭＳ Ｐゴシック"/>
                        </a:defRPr>
                      </a:lvl3pPr>
                      <a:lvl4pPr marL="4542265" algn="l" defTabSz="3028173" rtl="0" eaLnBrk="1" latinLnBrk="0" hangingPunct="1">
                        <a:defRPr kumimoji="1" sz="5962" b="1" kern="1200">
                          <a:solidFill>
                            <a:schemeClr val="lt1"/>
                          </a:solidFill>
                          <a:latin typeface="Arial"/>
                          <a:ea typeface="ＭＳ Ｐゴシック"/>
                        </a:defRPr>
                      </a:lvl4pPr>
                      <a:lvl5pPr marL="6056352" algn="l" defTabSz="3028173" rtl="0" eaLnBrk="1" latinLnBrk="0" hangingPunct="1">
                        <a:defRPr kumimoji="1" sz="5962" b="1" kern="1200">
                          <a:solidFill>
                            <a:schemeClr val="lt1"/>
                          </a:solidFill>
                          <a:latin typeface="Arial"/>
                          <a:ea typeface="ＭＳ Ｐゴシック"/>
                        </a:defRPr>
                      </a:lvl5pPr>
                      <a:lvl6pPr marL="7570444" algn="l" defTabSz="3028173" rtl="0" eaLnBrk="1" latinLnBrk="0" hangingPunct="1">
                        <a:defRPr kumimoji="1" sz="5962" b="1" kern="1200">
                          <a:solidFill>
                            <a:schemeClr val="lt1"/>
                          </a:solidFill>
                          <a:latin typeface="Arial"/>
                          <a:ea typeface="ＭＳ Ｐゴシック"/>
                        </a:defRPr>
                      </a:lvl6pPr>
                      <a:lvl7pPr marL="9084531" algn="l" defTabSz="3028173" rtl="0" eaLnBrk="1" latinLnBrk="0" hangingPunct="1">
                        <a:defRPr kumimoji="1" sz="5962" b="1" kern="1200">
                          <a:solidFill>
                            <a:schemeClr val="lt1"/>
                          </a:solidFill>
                          <a:latin typeface="Arial"/>
                          <a:ea typeface="ＭＳ Ｐゴシック"/>
                        </a:defRPr>
                      </a:lvl7pPr>
                      <a:lvl8pPr marL="10598617" algn="l" defTabSz="3028173" rtl="0" eaLnBrk="1" latinLnBrk="0" hangingPunct="1">
                        <a:defRPr kumimoji="1" sz="5962" b="1" kern="1200">
                          <a:solidFill>
                            <a:schemeClr val="lt1"/>
                          </a:solidFill>
                          <a:latin typeface="Arial"/>
                          <a:ea typeface="ＭＳ Ｐゴシック"/>
                        </a:defRPr>
                      </a:lvl8pPr>
                      <a:lvl9pPr marL="12112704" algn="l" defTabSz="3028173" rtl="0" eaLnBrk="1" latinLnBrk="0" hangingPunct="1">
                        <a:defRPr kumimoji="1" sz="5962" b="1" kern="1200">
                          <a:solidFill>
                            <a:schemeClr val="lt1"/>
                          </a:solidFill>
                          <a:latin typeface="Arial"/>
                          <a:ea typeface="ＭＳ Ｐゴシック"/>
                        </a:defRPr>
                      </a:lvl9pPr>
                    </a:lstStyle>
                    <a:p>
                      <a:pPr algn="ctr"/>
                      <a:r>
                        <a:rPr kumimoji="1" lang="ja-JP" altLang="en-US" sz="3600" dirty="0"/>
                        <a:t>事前検知</a:t>
                      </a:r>
                      <a:endParaRPr kumimoji="1" lang="ja-JP" altLang="en-US" sz="3600" dirty="0">
                        <a:latin typeface="+mn-ea"/>
                        <a:ea typeface="+mn-ea"/>
                      </a:endParaRPr>
                    </a:p>
                  </a:txBody>
                  <a:tcPr/>
                </a:tc>
                <a:tc>
                  <a:txBody>
                    <a:bodyPr/>
                    <a:lstStyle>
                      <a:lvl1pPr marL="0" algn="l" defTabSz="3028173" rtl="0" eaLnBrk="1" latinLnBrk="0" hangingPunct="1">
                        <a:defRPr kumimoji="1" sz="5962" b="1" kern="1200">
                          <a:solidFill>
                            <a:schemeClr val="lt1"/>
                          </a:solidFill>
                          <a:latin typeface="Arial"/>
                          <a:ea typeface="ＭＳ Ｐゴシック"/>
                        </a:defRPr>
                      </a:lvl1pPr>
                      <a:lvl2pPr marL="1514087" algn="l" defTabSz="3028173" rtl="0" eaLnBrk="1" latinLnBrk="0" hangingPunct="1">
                        <a:defRPr kumimoji="1" sz="5962" b="1" kern="1200">
                          <a:solidFill>
                            <a:schemeClr val="lt1"/>
                          </a:solidFill>
                          <a:latin typeface="Arial"/>
                          <a:ea typeface="ＭＳ Ｐゴシック"/>
                        </a:defRPr>
                      </a:lvl2pPr>
                      <a:lvl3pPr marL="3028173" algn="l" defTabSz="3028173" rtl="0" eaLnBrk="1" latinLnBrk="0" hangingPunct="1">
                        <a:defRPr kumimoji="1" sz="5962" b="1" kern="1200">
                          <a:solidFill>
                            <a:schemeClr val="lt1"/>
                          </a:solidFill>
                          <a:latin typeface="Arial"/>
                          <a:ea typeface="ＭＳ Ｐゴシック"/>
                        </a:defRPr>
                      </a:lvl3pPr>
                      <a:lvl4pPr marL="4542265" algn="l" defTabSz="3028173" rtl="0" eaLnBrk="1" latinLnBrk="0" hangingPunct="1">
                        <a:defRPr kumimoji="1" sz="5962" b="1" kern="1200">
                          <a:solidFill>
                            <a:schemeClr val="lt1"/>
                          </a:solidFill>
                          <a:latin typeface="Arial"/>
                          <a:ea typeface="ＭＳ Ｐゴシック"/>
                        </a:defRPr>
                      </a:lvl4pPr>
                      <a:lvl5pPr marL="6056352" algn="l" defTabSz="3028173" rtl="0" eaLnBrk="1" latinLnBrk="0" hangingPunct="1">
                        <a:defRPr kumimoji="1" sz="5962" b="1" kern="1200">
                          <a:solidFill>
                            <a:schemeClr val="lt1"/>
                          </a:solidFill>
                          <a:latin typeface="Arial"/>
                          <a:ea typeface="ＭＳ Ｐゴシック"/>
                        </a:defRPr>
                      </a:lvl5pPr>
                      <a:lvl6pPr marL="7570444" algn="l" defTabSz="3028173" rtl="0" eaLnBrk="1" latinLnBrk="0" hangingPunct="1">
                        <a:defRPr kumimoji="1" sz="5962" b="1" kern="1200">
                          <a:solidFill>
                            <a:schemeClr val="lt1"/>
                          </a:solidFill>
                          <a:latin typeface="Arial"/>
                          <a:ea typeface="ＭＳ Ｐゴシック"/>
                        </a:defRPr>
                      </a:lvl6pPr>
                      <a:lvl7pPr marL="9084531" algn="l" defTabSz="3028173" rtl="0" eaLnBrk="1" latinLnBrk="0" hangingPunct="1">
                        <a:defRPr kumimoji="1" sz="5962" b="1" kern="1200">
                          <a:solidFill>
                            <a:schemeClr val="lt1"/>
                          </a:solidFill>
                          <a:latin typeface="Arial"/>
                          <a:ea typeface="ＭＳ Ｐゴシック"/>
                        </a:defRPr>
                      </a:lvl7pPr>
                      <a:lvl8pPr marL="10598617" algn="l" defTabSz="3028173" rtl="0" eaLnBrk="1" latinLnBrk="0" hangingPunct="1">
                        <a:defRPr kumimoji="1" sz="5962" b="1" kern="1200">
                          <a:solidFill>
                            <a:schemeClr val="lt1"/>
                          </a:solidFill>
                          <a:latin typeface="Arial"/>
                          <a:ea typeface="ＭＳ Ｐゴシック"/>
                        </a:defRPr>
                      </a:lvl8pPr>
                      <a:lvl9pPr marL="12112704" algn="l" defTabSz="3028173" rtl="0" eaLnBrk="1" latinLnBrk="0" hangingPunct="1">
                        <a:defRPr kumimoji="1" sz="5962" b="1" kern="1200">
                          <a:solidFill>
                            <a:schemeClr val="lt1"/>
                          </a:solidFill>
                          <a:latin typeface="Arial"/>
                          <a:ea typeface="ＭＳ Ｐゴシック"/>
                        </a:defRPr>
                      </a:lvl9pPr>
                    </a:lstStyle>
                    <a:p>
                      <a:pPr algn="ctr"/>
                      <a:r>
                        <a:rPr kumimoji="1" lang="ja-JP" altLang="en-US" sz="3600" dirty="0"/>
                        <a:t>プライバシーリスク</a:t>
                      </a:r>
                      <a:endParaRPr kumimoji="1" lang="ja-JP" altLang="en-US" sz="3600" dirty="0">
                        <a:latin typeface="+mn-ea"/>
                        <a:ea typeface="+mn-ea"/>
                      </a:endParaRPr>
                    </a:p>
                  </a:txBody>
                  <a:tcPr/>
                </a:tc>
                <a:extLst>
                  <a:ext uri="{0D108BD9-81ED-4DB2-BD59-A6C34878D82A}">
                    <a16:rowId xmlns:a16="http://schemas.microsoft.com/office/drawing/2014/main" val="1455394539"/>
                  </a:ext>
                </a:extLst>
              </a:tr>
              <a:tr h="1119025">
                <a:tc>
                  <a:txBody>
                    <a:bodyPr/>
                    <a:lstStyle>
                      <a:lvl1pPr marL="0" algn="l" defTabSz="3028173" rtl="0" eaLnBrk="1" latinLnBrk="0" hangingPunct="1">
                        <a:defRPr kumimoji="1" sz="5962" kern="1200">
                          <a:solidFill>
                            <a:schemeClr val="dk1"/>
                          </a:solidFill>
                          <a:latin typeface="Arial"/>
                          <a:ea typeface="ＭＳ Ｐゴシック"/>
                        </a:defRPr>
                      </a:lvl1pPr>
                      <a:lvl2pPr marL="1514087" algn="l" defTabSz="3028173" rtl="0" eaLnBrk="1" latinLnBrk="0" hangingPunct="1">
                        <a:defRPr kumimoji="1" sz="5962" kern="1200">
                          <a:solidFill>
                            <a:schemeClr val="dk1"/>
                          </a:solidFill>
                          <a:latin typeface="Arial"/>
                          <a:ea typeface="ＭＳ Ｐゴシック"/>
                        </a:defRPr>
                      </a:lvl2pPr>
                      <a:lvl3pPr marL="3028173" algn="l" defTabSz="3028173" rtl="0" eaLnBrk="1" latinLnBrk="0" hangingPunct="1">
                        <a:defRPr kumimoji="1" sz="5962" kern="1200">
                          <a:solidFill>
                            <a:schemeClr val="dk1"/>
                          </a:solidFill>
                          <a:latin typeface="Arial"/>
                          <a:ea typeface="ＭＳ Ｐゴシック"/>
                        </a:defRPr>
                      </a:lvl3pPr>
                      <a:lvl4pPr marL="4542265" algn="l" defTabSz="3028173" rtl="0" eaLnBrk="1" latinLnBrk="0" hangingPunct="1">
                        <a:defRPr kumimoji="1" sz="5962" kern="1200">
                          <a:solidFill>
                            <a:schemeClr val="dk1"/>
                          </a:solidFill>
                          <a:latin typeface="Arial"/>
                          <a:ea typeface="ＭＳ Ｐゴシック"/>
                        </a:defRPr>
                      </a:lvl4pPr>
                      <a:lvl5pPr marL="6056352" algn="l" defTabSz="3028173" rtl="0" eaLnBrk="1" latinLnBrk="0" hangingPunct="1">
                        <a:defRPr kumimoji="1" sz="5962" kern="1200">
                          <a:solidFill>
                            <a:schemeClr val="dk1"/>
                          </a:solidFill>
                          <a:latin typeface="Arial"/>
                          <a:ea typeface="ＭＳ Ｐゴシック"/>
                        </a:defRPr>
                      </a:lvl5pPr>
                      <a:lvl6pPr marL="7570444" algn="l" defTabSz="3028173" rtl="0" eaLnBrk="1" latinLnBrk="0" hangingPunct="1">
                        <a:defRPr kumimoji="1" sz="5962" kern="1200">
                          <a:solidFill>
                            <a:schemeClr val="dk1"/>
                          </a:solidFill>
                          <a:latin typeface="Arial"/>
                          <a:ea typeface="ＭＳ Ｐゴシック"/>
                        </a:defRPr>
                      </a:lvl6pPr>
                      <a:lvl7pPr marL="9084531" algn="l" defTabSz="3028173" rtl="0" eaLnBrk="1" latinLnBrk="0" hangingPunct="1">
                        <a:defRPr kumimoji="1" sz="5962" kern="1200">
                          <a:solidFill>
                            <a:schemeClr val="dk1"/>
                          </a:solidFill>
                          <a:latin typeface="Arial"/>
                          <a:ea typeface="ＭＳ Ｐゴシック"/>
                        </a:defRPr>
                      </a:lvl7pPr>
                      <a:lvl8pPr marL="10598617" algn="l" defTabSz="3028173" rtl="0" eaLnBrk="1" latinLnBrk="0" hangingPunct="1">
                        <a:defRPr kumimoji="1" sz="5962" kern="1200">
                          <a:solidFill>
                            <a:schemeClr val="dk1"/>
                          </a:solidFill>
                          <a:latin typeface="Arial"/>
                          <a:ea typeface="ＭＳ Ｐゴシック"/>
                        </a:defRPr>
                      </a:lvl8pPr>
                      <a:lvl9pPr marL="12112704" algn="l" defTabSz="3028173" rtl="0" eaLnBrk="1" latinLnBrk="0" hangingPunct="1">
                        <a:defRPr kumimoji="1" sz="5962" kern="1200">
                          <a:solidFill>
                            <a:schemeClr val="dk1"/>
                          </a:solidFill>
                          <a:latin typeface="Arial"/>
                          <a:ea typeface="ＭＳ Ｐゴシック"/>
                        </a:defRPr>
                      </a:lvl9pPr>
                    </a:lstStyle>
                    <a:p>
                      <a:pPr algn="ctr"/>
                      <a:r>
                        <a:rPr kumimoji="1" lang="en-US" altLang="ja-JP" sz="3600" dirty="0"/>
                        <a:t>RFID</a:t>
                      </a:r>
                      <a:r>
                        <a:rPr kumimoji="1" lang="ja-JP" altLang="en-US" sz="3600" dirty="0"/>
                        <a:t>タグを</a:t>
                      </a:r>
                      <a:br>
                        <a:rPr kumimoji="1" lang="en-US" altLang="ja-JP" sz="3600" dirty="0"/>
                      </a:br>
                      <a:r>
                        <a:rPr kumimoji="1" lang="ja-JP" altLang="en-US" sz="3600" dirty="0"/>
                        <a:t>用いた検知</a:t>
                      </a:r>
                      <a:r>
                        <a:rPr kumimoji="1" lang="en-US" altLang="ja-JP" sz="3600" dirty="0"/>
                        <a:t>[2]</a:t>
                      </a:r>
                      <a:endParaRPr kumimoji="1" lang="ja-JP" altLang="en-US" sz="3600" dirty="0">
                        <a:latin typeface="+mn-ea"/>
                        <a:ea typeface="+mn-ea"/>
                      </a:endParaRPr>
                    </a:p>
                  </a:txBody>
                  <a:tcPr/>
                </a:tc>
                <a:tc>
                  <a:txBody>
                    <a:bodyPr/>
                    <a:lstStyle>
                      <a:lvl1pPr marL="0" algn="l" defTabSz="3028173" rtl="0" eaLnBrk="1" latinLnBrk="0" hangingPunct="1">
                        <a:defRPr kumimoji="1" sz="5962" kern="1200">
                          <a:solidFill>
                            <a:schemeClr val="dk1"/>
                          </a:solidFill>
                          <a:latin typeface="Arial"/>
                          <a:ea typeface="ＭＳ Ｐゴシック"/>
                        </a:defRPr>
                      </a:lvl1pPr>
                      <a:lvl2pPr marL="1514087" algn="l" defTabSz="3028173" rtl="0" eaLnBrk="1" latinLnBrk="0" hangingPunct="1">
                        <a:defRPr kumimoji="1" sz="5962" kern="1200">
                          <a:solidFill>
                            <a:schemeClr val="dk1"/>
                          </a:solidFill>
                          <a:latin typeface="Arial"/>
                          <a:ea typeface="ＭＳ Ｐゴシック"/>
                        </a:defRPr>
                      </a:lvl2pPr>
                      <a:lvl3pPr marL="3028173" algn="l" defTabSz="3028173" rtl="0" eaLnBrk="1" latinLnBrk="0" hangingPunct="1">
                        <a:defRPr kumimoji="1" sz="5962" kern="1200">
                          <a:solidFill>
                            <a:schemeClr val="dk1"/>
                          </a:solidFill>
                          <a:latin typeface="Arial"/>
                          <a:ea typeface="ＭＳ Ｐゴシック"/>
                        </a:defRPr>
                      </a:lvl3pPr>
                      <a:lvl4pPr marL="4542265" algn="l" defTabSz="3028173" rtl="0" eaLnBrk="1" latinLnBrk="0" hangingPunct="1">
                        <a:defRPr kumimoji="1" sz="5962" kern="1200">
                          <a:solidFill>
                            <a:schemeClr val="dk1"/>
                          </a:solidFill>
                          <a:latin typeface="Arial"/>
                          <a:ea typeface="ＭＳ Ｐゴシック"/>
                        </a:defRPr>
                      </a:lvl4pPr>
                      <a:lvl5pPr marL="6056352" algn="l" defTabSz="3028173" rtl="0" eaLnBrk="1" latinLnBrk="0" hangingPunct="1">
                        <a:defRPr kumimoji="1" sz="5962" kern="1200">
                          <a:solidFill>
                            <a:schemeClr val="dk1"/>
                          </a:solidFill>
                          <a:latin typeface="Arial"/>
                          <a:ea typeface="ＭＳ Ｐゴシック"/>
                        </a:defRPr>
                      </a:lvl5pPr>
                      <a:lvl6pPr marL="7570444" algn="l" defTabSz="3028173" rtl="0" eaLnBrk="1" latinLnBrk="0" hangingPunct="1">
                        <a:defRPr kumimoji="1" sz="5962" kern="1200">
                          <a:solidFill>
                            <a:schemeClr val="dk1"/>
                          </a:solidFill>
                          <a:latin typeface="Arial"/>
                          <a:ea typeface="ＭＳ Ｐゴシック"/>
                        </a:defRPr>
                      </a:lvl6pPr>
                      <a:lvl7pPr marL="9084531" algn="l" defTabSz="3028173" rtl="0" eaLnBrk="1" latinLnBrk="0" hangingPunct="1">
                        <a:defRPr kumimoji="1" sz="5962" kern="1200">
                          <a:solidFill>
                            <a:schemeClr val="dk1"/>
                          </a:solidFill>
                          <a:latin typeface="Arial"/>
                          <a:ea typeface="ＭＳ Ｐゴシック"/>
                        </a:defRPr>
                      </a:lvl7pPr>
                      <a:lvl8pPr marL="10598617" algn="l" defTabSz="3028173" rtl="0" eaLnBrk="1" latinLnBrk="0" hangingPunct="1">
                        <a:defRPr kumimoji="1" sz="5962" kern="1200">
                          <a:solidFill>
                            <a:schemeClr val="dk1"/>
                          </a:solidFill>
                          <a:latin typeface="Arial"/>
                          <a:ea typeface="ＭＳ Ｐゴシック"/>
                        </a:defRPr>
                      </a:lvl8pPr>
                      <a:lvl9pPr marL="12112704" algn="l" defTabSz="3028173" rtl="0" eaLnBrk="1" latinLnBrk="0" hangingPunct="1">
                        <a:defRPr kumimoji="1" sz="5962" kern="1200">
                          <a:solidFill>
                            <a:schemeClr val="dk1"/>
                          </a:solidFill>
                          <a:latin typeface="Arial"/>
                          <a:ea typeface="ＭＳ Ｐゴシック"/>
                        </a:defRPr>
                      </a:lvl9pPr>
                    </a:lstStyle>
                    <a:p>
                      <a:pPr algn="ctr"/>
                      <a:r>
                        <a:rPr kumimoji="1" lang="en-US" altLang="ja-JP" sz="3600" dirty="0"/>
                        <a:t>RFID</a:t>
                      </a:r>
                      <a:r>
                        <a:rPr kumimoji="1" lang="ja-JP" altLang="en-US" sz="3600" dirty="0"/>
                        <a:t>タグ</a:t>
                      </a:r>
                      <a:endParaRPr kumimoji="1" lang="ja-JP" altLang="en-US" sz="3600" dirty="0">
                        <a:latin typeface="+mn-ea"/>
                        <a:ea typeface="+mn-ea"/>
                      </a:endParaRPr>
                    </a:p>
                  </a:txBody>
                  <a:tcPr/>
                </a:tc>
                <a:tc>
                  <a:txBody>
                    <a:bodyPr/>
                    <a:lstStyle>
                      <a:lvl1pPr marL="0" algn="l" defTabSz="3028173" rtl="0" eaLnBrk="1" latinLnBrk="0" hangingPunct="1">
                        <a:defRPr kumimoji="1" sz="5962" kern="1200">
                          <a:solidFill>
                            <a:schemeClr val="dk1"/>
                          </a:solidFill>
                          <a:latin typeface="Arial"/>
                          <a:ea typeface="ＭＳ Ｐゴシック"/>
                        </a:defRPr>
                      </a:lvl1pPr>
                      <a:lvl2pPr marL="1514087" algn="l" defTabSz="3028173" rtl="0" eaLnBrk="1" latinLnBrk="0" hangingPunct="1">
                        <a:defRPr kumimoji="1" sz="5962" kern="1200">
                          <a:solidFill>
                            <a:schemeClr val="dk1"/>
                          </a:solidFill>
                          <a:latin typeface="Arial"/>
                          <a:ea typeface="ＭＳ Ｐゴシック"/>
                        </a:defRPr>
                      </a:lvl2pPr>
                      <a:lvl3pPr marL="3028173" algn="l" defTabSz="3028173" rtl="0" eaLnBrk="1" latinLnBrk="0" hangingPunct="1">
                        <a:defRPr kumimoji="1" sz="5962" kern="1200">
                          <a:solidFill>
                            <a:schemeClr val="dk1"/>
                          </a:solidFill>
                          <a:latin typeface="Arial"/>
                          <a:ea typeface="ＭＳ Ｐゴシック"/>
                        </a:defRPr>
                      </a:lvl3pPr>
                      <a:lvl4pPr marL="4542265" algn="l" defTabSz="3028173" rtl="0" eaLnBrk="1" latinLnBrk="0" hangingPunct="1">
                        <a:defRPr kumimoji="1" sz="5962" kern="1200">
                          <a:solidFill>
                            <a:schemeClr val="dk1"/>
                          </a:solidFill>
                          <a:latin typeface="Arial"/>
                          <a:ea typeface="ＭＳ Ｐゴシック"/>
                        </a:defRPr>
                      </a:lvl4pPr>
                      <a:lvl5pPr marL="6056352" algn="l" defTabSz="3028173" rtl="0" eaLnBrk="1" latinLnBrk="0" hangingPunct="1">
                        <a:defRPr kumimoji="1" sz="5962" kern="1200">
                          <a:solidFill>
                            <a:schemeClr val="dk1"/>
                          </a:solidFill>
                          <a:latin typeface="Arial"/>
                          <a:ea typeface="ＭＳ Ｐゴシック"/>
                        </a:defRPr>
                      </a:lvl5pPr>
                      <a:lvl6pPr marL="7570444" algn="l" defTabSz="3028173" rtl="0" eaLnBrk="1" latinLnBrk="0" hangingPunct="1">
                        <a:defRPr kumimoji="1" sz="5962" kern="1200">
                          <a:solidFill>
                            <a:schemeClr val="dk1"/>
                          </a:solidFill>
                          <a:latin typeface="Arial"/>
                          <a:ea typeface="ＭＳ Ｐゴシック"/>
                        </a:defRPr>
                      </a:lvl6pPr>
                      <a:lvl7pPr marL="9084531" algn="l" defTabSz="3028173" rtl="0" eaLnBrk="1" latinLnBrk="0" hangingPunct="1">
                        <a:defRPr kumimoji="1" sz="5962" kern="1200">
                          <a:solidFill>
                            <a:schemeClr val="dk1"/>
                          </a:solidFill>
                          <a:latin typeface="Arial"/>
                          <a:ea typeface="ＭＳ Ｐゴシック"/>
                        </a:defRPr>
                      </a:lvl7pPr>
                      <a:lvl8pPr marL="10598617" algn="l" defTabSz="3028173" rtl="0" eaLnBrk="1" latinLnBrk="0" hangingPunct="1">
                        <a:defRPr kumimoji="1" sz="5962" kern="1200">
                          <a:solidFill>
                            <a:schemeClr val="dk1"/>
                          </a:solidFill>
                          <a:latin typeface="Arial"/>
                          <a:ea typeface="ＭＳ Ｐゴシック"/>
                        </a:defRPr>
                      </a:lvl8pPr>
                      <a:lvl9pPr marL="12112704" algn="l" defTabSz="3028173" rtl="0" eaLnBrk="1" latinLnBrk="0" hangingPunct="1">
                        <a:defRPr kumimoji="1" sz="5962" kern="1200">
                          <a:solidFill>
                            <a:schemeClr val="dk1"/>
                          </a:solidFill>
                          <a:latin typeface="Arial"/>
                          <a:ea typeface="ＭＳ Ｐゴシック"/>
                        </a:defRPr>
                      </a:lvl9pPr>
                    </a:lstStyle>
                    <a:p>
                      <a:pPr algn="ctr"/>
                      <a:r>
                        <a:rPr kumimoji="1" lang="ja-JP" altLang="en-US" sz="3600" dirty="0">
                          <a:solidFill>
                            <a:srgbClr val="FF0000"/>
                          </a:solidFill>
                        </a:rPr>
                        <a:t>不可</a:t>
                      </a:r>
                      <a:endParaRPr kumimoji="1" lang="ja-JP" altLang="en-US" sz="3600" dirty="0">
                        <a:solidFill>
                          <a:srgbClr val="FF0000"/>
                        </a:solidFill>
                        <a:latin typeface="+mn-ea"/>
                        <a:ea typeface="+mn-ea"/>
                      </a:endParaRPr>
                    </a:p>
                  </a:txBody>
                  <a:tcPr/>
                </a:tc>
                <a:tc>
                  <a:txBody>
                    <a:bodyPr/>
                    <a:lstStyle>
                      <a:lvl1pPr marL="0" algn="l" defTabSz="3028173" rtl="0" eaLnBrk="1" latinLnBrk="0" hangingPunct="1">
                        <a:defRPr kumimoji="1" sz="5962" kern="1200">
                          <a:solidFill>
                            <a:schemeClr val="dk1"/>
                          </a:solidFill>
                          <a:latin typeface="Arial"/>
                          <a:ea typeface="ＭＳ Ｐゴシック"/>
                        </a:defRPr>
                      </a:lvl1pPr>
                      <a:lvl2pPr marL="1514087" algn="l" defTabSz="3028173" rtl="0" eaLnBrk="1" latinLnBrk="0" hangingPunct="1">
                        <a:defRPr kumimoji="1" sz="5962" kern="1200">
                          <a:solidFill>
                            <a:schemeClr val="dk1"/>
                          </a:solidFill>
                          <a:latin typeface="Arial"/>
                          <a:ea typeface="ＭＳ Ｐゴシック"/>
                        </a:defRPr>
                      </a:lvl2pPr>
                      <a:lvl3pPr marL="3028173" algn="l" defTabSz="3028173" rtl="0" eaLnBrk="1" latinLnBrk="0" hangingPunct="1">
                        <a:defRPr kumimoji="1" sz="5962" kern="1200">
                          <a:solidFill>
                            <a:schemeClr val="dk1"/>
                          </a:solidFill>
                          <a:latin typeface="Arial"/>
                          <a:ea typeface="ＭＳ Ｐゴシック"/>
                        </a:defRPr>
                      </a:lvl3pPr>
                      <a:lvl4pPr marL="4542265" algn="l" defTabSz="3028173" rtl="0" eaLnBrk="1" latinLnBrk="0" hangingPunct="1">
                        <a:defRPr kumimoji="1" sz="5962" kern="1200">
                          <a:solidFill>
                            <a:schemeClr val="dk1"/>
                          </a:solidFill>
                          <a:latin typeface="Arial"/>
                          <a:ea typeface="ＭＳ Ｐゴシック"/>
                        </a:defRPr>
                      </a:lvl4pPr>
                      <a:lvl5pPr marL="6056352" algn="l" defTabSz="3028173" rtl="0" eaLnBrk="1" latinLnBrk="0" hangingPunct="1">
                        <a:defRPr kumimoji="1" sz="5962" kern="1200">
                          <a:solidFill>
                            <a:schemeClr val="dk1"/>
                          </a:solidFill>
                          <a:latin typeface="Arial"/>
                          <a:ea typeface="ＭＳ Ｐゴシック"/>
                        </a:defRPr>
                      </a:lvl5pPr>
                      <a:lvl6pPr marL="7570444" algn="l" defTabSz="3028173" rtl="0" eaLnBrk="1" latinLnBrk="0" hangingPunct="1">
                        <a:defRPr kumimoji="1" sz="5962" kern="1200">
                          <a:solidFill>
                            <a:schemeClr val="dk1"/>
                          </a:solidFill>
                          <a:latin typeface="Arial"/>
                          <a:ea typeface="ＭＳ Ｐゴシック"/>
                        </a:defRPr>
                      </a:lvl6pPr>
                      <a:lvl7pPr marL="9084531" algn="l" defTabSz="3028173" rtl="0" eaLnBrk="1" latinLnBrk="0" hangingPunct="1">
                        <a:defRPr kumimoji="1" sz="5962" kern="1200">
                          <a:solidFill>
                            <a:schemeClr val="dk1"/>
                          </a:solidFill>
                          <a:latin typeface="Arial"/>
                          <a:ea typeface="ＭＳ Ｐゴシック"/>
                        </a:defRPr>
                      </a:lvl7pPr>
                      <a:lvl8pPr marL="10598617" algn="l" defTabSz="3028173" rtl="0" eaLnBrk="1" latinLnBrk="0" hangingPunct="1">
                        <a:defRPr kumimoji="1" sz="5962" kern="1200">
                          <a:solidFill>
                            <a:schemeClr val="dk1"/>
                          </a:solidFill>
                          <a:latin typeface="Arial"/>
                          <a:ea typeface="ＭＳ Ｐゴシック"/>
                        </a:defRPr>
                      </a:lvl8pPr>
                      <a:lvl9pPr marL="12112704" algn="l" defTabSz="3028173" rtl="0" eaLnBrk="1" latinLnBrk="0" hangingPunct="1">
                        <a:defRPr kumimoji="1" sz="5962" kern="1200">
                          <a:solidFill>
                            <a:schemeClr val="dk1"/>
                          </a:solidFill>
                          <a:latin typeface="Arial"/>
                          <a:ea typeface="ＭＳ Ｐゴシック"/>
                        </a:defRPr>
                      </a:lvl9pPr>
                    </a:lstStyle>
                    <a:p>
                      <a:pPr algn="ctr"/>
                      <a:r>
                        <a:rPr kumimoji="1" lang="ja-JP" altLang="en-US" sz="3600" dirty="0"/>
                        <a:t>なし</a:t>
                      </a:r>
                      <a:endParaRPr kumimoji="1" lang="ja-JP" altLang="en-US" sz="3600" dirty="0">
                        <a:latin typeface="+mn-ea"/>
                        <a:ea typeface="+mn-ea"/>
                      </a:endParaRPr>
                    </a:p>
                  </a:txBody>
                  <a:tcPr/>
                </a:tc>
                <a:extLst>
                  <a:ext uri="{0D108BD9-81ED-4DB2-BD59-A6C34878D82A}">
                    <a16:rowId xmlns:a16="http://schemas.microsoft.com/office/drawing/2014/main" val="309880483"/>
                  </a:ext>
                </a:extLst>
              </a:tr>
              <a:tr h="910523">
                <a:tc>
                  <a:txBody>
                    <a:bodyPr/>
                    <a:lstStyle>
                      <a:lvl1pPr marL="0" algn="l" defTabSz="3028173" rtl="0" eaLnBrk="1" latinLnBrk="0" hangingPunct="1">
                        <a:defRPr kumimoji="1" sz="5962" kern="1200">
                          <a:solidFill>
                            <a:schemeClr val="dk1"/>
                          </a:solidFill>
                          <a:latin typeface="Arial"/>
                          <a:ea typeface="ＭＳ Ｐゴシック"/>
                        </a:defRPr>
                      </a:lvl1pPr>
                      <a:lvl2pPr marL="1514087" algn="l" defTabSz="3028173" rtl="0" eaLnBrk="1" latinLnBrk="0" hangingPunct="1">
                        <a:defRPr kumimoji="1" sz="5962" kern="1200">
                          <a:solidFill>
                            <a:schemeClr val="dk1"/>
                          </a:solidFill>
                          <a:latin typeface="Arial"/>
                          <a:ea typeface="ＭＳ Ｐゴシック"/>
                        </a:defRPr>
                      </a:lvl2pPr>
                      <a:lvl3pPr marL="3028173" algn="l" defTabSz="3028173" rtl="0" eaLnBrk="1" latinLnBrk="0" hangingPunct="1">
                        <a:defRPr kumimoji="1" sz="5962" kern="1200">
                          <a:solidFill>
                            <a:schemeClr val="dk1"/>
                          </a:solidFill>
                          <a:latin typeface="Arial"/>
                          <a:ea typeface="ＭＳ Ｐゴシック"/>
                        </a:defRPr>
                      </a:lvl3pPr>
                      <a:lvl4pPr marL="4542265" algn="l" defTabSz="3028173" rtl="0" eaLnBrk="1" latinLnBrk="0" hangingPunct="1">
                        <a:defRPr kumimoji="1" sz="5962" kern="1200">
                          <a:solidFill>
                            <a:schemeClr val="dk1"/>
                          </a:solidFill>
                          <a:latin typeface="Arial"/>
                          <a:ea typeface="ＭＳ Ｐゴシック"/>
                        </a:defRPr>
                      </a:lvl4pPr>
                      <a:lvl5pPr marL="6056352" algn="l" defTabSz="3028173" rtl="0" eaLnBrk="1" latinLnBrk="0" hangingPunct="1">
                        <a:defRPr kumimoji="1" sz="5962" kern="1200">
                          <a:solidFill>
                            <a:schemeClr val="dk1"/>
                          </a:solidFill>
                          <a:latin typeface="Arial"/>
                          <a:ea typeface="ＭＳ Ｐゴシック"/>
                        </a:defRPr>
                      </a:lvl5pPr>
                      <a:lvl6pPr marL="7570444" algn="l" defTabSz="3028173" rtl="0" eaLnBrk="1" latinLnBrk="0" hangingPunct="1">
                        <a:defRPr kumimoji="1" sz="5962" kern="1200">
                          <a:solidFill>
                            <a:schemeClr val="dk1"/>
                          </a:solidFill>
                          <a:latin typeface="Arial"/>
                          <a:ea typeface="ＭＳ Ｐゴシック"/>
                        </a:defRPr>
                      </a:lvl6pPr>
                      <a:lvl7pPr marL="9084531" algn="l" defTabSz="3028173" rtl="0" eaLnBrk="1" latinLnBrk="0" hangingPunct="1">
                        <a:defRPr kumimoji="1" sz="5962" kern="1200">
                          <a:solidFill>
                            <a:schemeClr val="dk1"/>
                          </a:solidFill>
                          <a:latin typeface="Arial"/>
                          <a:ea typeface="ＭＳ Ｐゴシック"/>
                        </a:defRPr>
                      </a:lvl7pPr>
                      <a:lvl8pPr marL="10598617" algn="l" defTabSz="3028173" rtl="0" eaLnBrk="1" latinLnBrk="0" hangingPunct="1">
                        <a:defRPr kumimoji="1" sz="5962" kern="1200">
                          <a:solidFill>
                            <a:schemeClr val="dk1"/>
                          </a:solidFill>
                          <a:latin typeface="Arial"/>
                          <a:ea typeface="ＭＳ Ｐゴシック"/>
                        </a:defRPr>
                      </a:lvl8pPr>
                      <a:lvl9pPr marL="12112704" algn="l" defTabSz="3028173" rtl="0" eaLnBrk="1" latinLnBrk="0" hangingPunct="1">
                        <a:defRPr kumimoji="1" sz="5962" kern="1200">
                          <a:solidFill>
                            <a:schemeClr val="dk1"/>
                          </a:solidFill>
                          <a:latin typeface="Arial"/>
                          <a:ea typeface="ＭＳ Ｐゴシック"/>
                        </a:defRPr>
                      </a:lvl9pPr>
                    </a:lstStyle>
                    <a:p>
                      <a:pPr algn="ctr"/>
                      <a:r>
                        <a:rPr kumimoji="1" lang="ja-JP" altLang="en-US" sz="3600" dirty="0"/>
                        <a:t>深層学習による</a:t>
                      </a:r>
                      <a:br>
                        <a:rPr kumimoji="1" lang="en-US" altLang="ja-JP" sz="3600" dirty="0"/>
                      </a:br>
                      <a:r>
                        <a:rPr kumimoji="1" lang="ja-JP" altLang="en-US" sz="3600" dirty="0"/>
                        <a:t>予兆検知</a:t>
                      </a:r>
                      <a:r>
                        <a:rPr kumimoji="1" lang="en-US" altLang="ja-JP" sz="3600" dirty="0"/>
                        <a:t>[3]</a:t>
                      </a:r>
                      <a:endParaRPr kumimoji="1" lang="ja-JP" altLang="en-US" sz="3600" dirty="0">
                        <a:latin typeface="+mn-ea"/>
                        <a:ea typeface="+mn-ea"/>
                      </a:endParaRPr>
                    </a:p>
                  </a:txBody>
                  <a:tcPr/>
                </a:tc>
                <a:tc>
                  <a:txBody>
                    <a:bodyPr/>
                    <a:lstStyle>
                      <a:lvl1pPr marL="0" algn="l" defTabSz="3028173" rtl="0" eaLnBrk="1" latinLnBrk="0" hangingPunct="1">
                        <a:defRPr kumimoji="1" sz="5962" kern="1200">
                          <a:solidFill>
                            <a:schemeClr val="dk1"/>
                          </a:solidFill>
                          <a:latin typeface="Arial"/>
                          <a:ea typeface="ＭＳ Ｐゴシック"/>
                        </a:defRPr>
                      </a:lvl1pPr>
                      <a:lvl2pPr marL="1514087" algn="l" defTabSz="3028173" rtl="0" eaLnBrk="1" latinLnBrk="0" hangingPunct="1">
                        <a:defRPr kumimoji="1" sz="5962" kern="1200">
                          <a:solidFill>
                            <a:schemeClr val="dk1"/>
                          </a:solidFill>
                          <a:latin typeface="Arial"/>
                          <a:ea typeface="ＭＳ Ｐゴシック"/>
                        </a:defRPr>
                      </a:lvl2pPr>
                      <a:lvl3pPr marL="3028173" algn="l" defTabSz="3028173" rtl="0" eaLnBrk="1" latinLnBrk="0" hangingPunct="1">
                        <a:defRPr kumimoji="1" sz="5962" kern="1200">
                          <a:solidFill>
                            <a:schemeClr val="dk1"/>
                          </a:solidFill>
                          <a:latin typeface="Arial"/>
                          <a:ea typeface="ＭＳ Ｐゴシック"/>
                        </a:defRPr>
                      </a:lvl3pPr>
                      <a:lvl4pPr marL="4542265" algn="l" defTabSz="3028173" rtl="0" eaLnBrk="1" latinLnBrk="0" hangingPunct="1">
                        <a:defRPr kumimoji="1" sz="5962" kern="1200">
                          <a:solidFill>
                            <a:schemeClr val="dk1"/>
                          </a:solidFill>
                          <a:latin typeface="Arial"/>
                          <a:ea typeface="ＭＳ Ｐゴシック"/>
                        </a:defRPr>
                      </a:lvl4pPr>
                      <a:lvl5pPr marL="6056352" algn="l" defTabSz="3028173" rtl="0" eaLnBrk="1" latinLnBrk="0" hangingPunct="1">
                        <a:defRPr kumimoji="1" sz="5962" kern="1200">
                          <a:solidFill>
                            <a:schemeClr val="dk1"/>
                          </a:solidFill>
                          <a:latin typeface="Arial"/>
                          <a:ea typeface="ＭＳ Ｐゴシック"/>
                        </a:defRPr>
                      </a:lvl5pPr>
                      <a:lvl6pPr marL="7570444" algn="l" defTabSz="3028173" rtl="0" eaLnBrk="1" latinLnBrk="0" hangingPunct="1">
                        <a:defRPr kumimoji="1" sz="5962" kern="1200">
                          <a:solidFill>
                            <a:schemeClr val="dk1"/>
                          </a:solidFill>
                          <a:latin typeface="Arial"/>
                          <a:ea typeface="ＭＳ Ｐゴシック"/>
                        </a:defRPr>
                      </a:lvl6pPr>
                      <a:lvl7pPr marL="9084531" algn="l" defTabSz="3028173" rtl="0" eaLnBrk="1" latinLnBrk="0" hangingPunct="1">
                        <a:defRPr kumimoji="1" sz="5962" kern="1200">
                          <a:solidFill>
                            <a:schemeClr val="dk1"/>
                          </a:solidFill>
                          <a:latin typeface="Arial"/>
                          <a:ea typeface="ＭＳ Ｐゴシック"/>
                        </a:defRPr>
                      </a:lvl7pPr>
                      <a:lvl8pPr marL="10598617" algn="l" defTabSz="3028173" rtl="0" eaLnBrk="1" latinLnBrk="0" hangingPunct="1">
                        <a:defRPr kumimoji="1" sz="5962" kern="1200">
                          <a:solidFill>
                            <a:schemeClr val="dk1"/>
                          </a:solidFill>
                          <a:latin typeface="Arial"/>
                          <a:ea typeface="ＭＳ Ｐゴシック"/>
                        </a:defRPr>
                      </a:lvl8pPr>
                      <a:lvl9pPr marL="12112704" algn="l" defTabSz="3028173" rtl="0" eaLnBrk="1" latinLnBrk="0" hangingPunct="1">
                        <a:defRPr kumimoji="1" sz="5962" kern="1200">
                          <a:solidFill>
                            <a:schemeClr val="dk1"/>
                          </a:solidFill>
                          <a:latin typeface="Arial"/>
                          <a:ea typeface="ＭＳ Ｐゴシック"/>
                        </a:defRPr>
                      </a:lvl9pPr>
                    </a:lstStyle>
                    <a:p>
                      <a:pPr algn="ctr"/>
                      <a:r>
                        <a:rPr kumimoji="1" lang="ja-JP" altLang="en-US" sz="3600" dirty="0"/>
                        <a:t>カメラ</a:t>
                      </a:r>
                      <a:endParaRPr kumimoji="1" lang="ja-JP" altLang="en-US" sz="3600" dirty="0">
                        <a:latin typeface="+mn-ea"/>
                        <a:ea typeface="+mn-ea"/>
                      </a:endParaRPr>
                    </a:p>
                  </a:txBody>
                  <a:tcPr/>
                </a:tc>
                <a:tc>
                  <a:txBody>
                    <a:bodyPr/>
                    <a:lstStyle>
                      <a:lvl1pPr marL="0" algn="l" defTabSz="3028173" rtl="0" eaLnBrk="1" latinLnBrk="0" hangingPunct="1">
                        <a:defRPr kumimoji="1" sz="5962" kern="1200">
                          <a:solidFill>
                            <a:schemeClr val="dk1"/>
                          </a:solidFill>
                          <a:latin typeface="Arial"/>
                          <a:ea typeface="ＭＳ Ｐゴシック"/>
                        </a:defRPr>
                      </a:lvl1pPr>
                      <a:lvl2pPr marL="1514087" algn="l" defTabSz="3028173" rtl="0" eaLnBrk="1" latinLnBrk="0" hangingPunct="1">
                        <a:defRPr kumimoji="1" sz="5962" kern="1200">
                          <a:solidFill>
                            <a:schemeClr val="dk1"/>
                          </a:solidFill>
                          <a:latin typeface="Arial"/>
                          <a:ea typeface="ＭＳ Ｐゴシック"/>
                        </a:defRPr>
                      </a:lvl2pPr>
                      <a:lvl3pPr marL="3028173" algn="l" defTabSz="3028173" rtl="0" eaLnBrk="1" latinLnBrk="0" hangingPunct="1">
                        <a:defRPr kumimoji="1" sz="5962" kern="1200">
                          <a:solidFill>
                            <a:schemeClr val="dk1"/>
                          </a:solidFill>
                          <a:latin typeface="Arial"/>
                          <a:ea typeface="ＭＳ Ｐゴシック"/>
                        </a:defRPr>
                      </a:lvl3pPr>
                      <a:lvl4pPr marL="4542265" algn="l" defTabSz="3028173" rtl="0" eaLnBrk="1" latinLnBrk="0" hangingPunct="1">
                        <a:defRPr kumimoji="1" sz="5962" kern="1200">
                          <a:solidFill>
                            <a:schemeClr val="dk1"/>
                          </a:solidFill>
                          <a:latin typeface="Arial"/>
                          <a:ea typeface="ＭＳ Ｐゴシック"/>
                        </a:defRPr>
                      </a:lvl4pPr>
                      <a:lvl5pPr marL="6056352" algn="l" defTabSz="3028173" rtl="0" eaLnBrk="1" latinLnBrk="0" hangingPunct="1">
                        <a:defRPr kumimoji="1" sz="5962" kern="1200">
                          <a:solidFill>
                            <a:schemeClr val="dk1"/>
                          </a:solidFill>
                          <a:latin typeface="Arial"/>
                          <a:ea typeface="ＭＳ Ｐゴシック"/>
                        </a:defRPr>
                      </a:lvl5pPr>
                      <a:lvl6pPr marL="7570444" algn="l" defTabSz="3028173" rtl="0" eaLnBrk="1" latinLnBrk="0" hangingPunct="1">
                        <a:defRPr kumimoji="1" sz="5962" kern="1200">
                          <a:solidFill>
                            <a:schemeClr val="dk1"/>
                          </a:solidFill>
                          <a:latin typeface="Arial"/>
                          <a:ea typeface="ＭＳ Ｐゴシック"/>
                        </a:defRPr>
                      </a:lvl6pPr>
                      <a:lvl7pPr marL="9084531" algn="l" defTabSz="3028173" rtl="0" eaLnBrk="1" latinLnBrk="0" hangingPunct="1">
                        <a:defRPr kumimoji="1" sz="5962" kern="1200">
                          <a:solidFill>
                            <a:schemeClr val="dk1"/>
                          </a:solidFill>
                          <a:latin typeface="Arial"/>
                          <a:ea typeface="ＭＳ Ｐゴシック"/>
                        </a:defRPr>
                      </a:lvl7pPr>
                      <a:lvl8pPr marL="10598617" algn="l" defTabSz="3028173" rtl="0" eaLnBrk="1" latinLnBrk="0" hangingPunct="1">
                        <a:defRPr kumimoji="1" sz="5962" kern="1200">
                          <a:solidFill>
                            <a:schemeClr val="dk1"/>
                          </a:solidFill>
                          <a:latin typeface="Arial"/>
                          <a:ea typeface="ＭＳ Ｐゴシック"/>
                        </a:defRPr>
                      </a:lvl8pPr>
                      <a:lvl9pPr marL="12112704" algn="l" defTabSz="3028173" rtl="0" eaLnBrk="1" latinLnBrk="0" hangingPunct="1">
                        <a:defRPr kumimoji="1" sz="5962" kern="1200">
                          <a:solidFill>
                            <a:schemeClr val="dk1"/>
                          </a:solidFill>
                          <a:latin typeface="Arial"/>
                          <a:ea typeface="ＭＳ Ｐゴシック"/>
                        </a:defRPr>
                      </a:lvl9pPr>
                    </a:lstStyle>
                    <a:p>
                      <a:pPr algn="ctr"/>
                      <a:r>
                        <a:rPr kumimoji="1" lang="ja-JP" altLang="en-US" sz="3600" dirty="0">
                          <a:solidFill>
                            <a:schemeClr val="tx1"/>
                          </a:solidFill>
                        </a:rPr>
                        <a:t>可能</a:t>
                      </a:r>
                      <a:endParaRPr kumimoji="1" lang="ja-JP" altLang="en-US" sz="3600" dirty="0">
                        <a:solidFill>
                          <a:schemeClr val="tx1"/>
                        </a:solidFill>
                        <a:latin typeface="+mn-ea"/>
                        <a:ea typeface="+mn-ea"/>
                      </a:endParaRPr>
                    </a:p>
                  </a:txBody>
                  <a:tcPr/>
                </a:tc>
                <a:tc>
                  <a:txBody>
                    <a:bodyPr/>
                    <a:lstStyle>
                      <a:lvl1pPr marL="0" algn="l" defTabSz="3028173" rtl="0" eaLnBrk="1" latinLnBrk="0" hangingPunct="1">
                        <a:defRPr kumimoji="1" sz="5962" kern="1200">
                          <a:solidFill>
                            <a:schemeClr val="dk1"/>
                          </a:solidFill>
                          <a:latin typeface="Arial"/>
                          <a:ea typeface="ＭＳ Ｐゴシック"/>
                        </a:defRPr>
                      </a:lvl1pPr>
                      <a:lvl2pPr marL="1514087" algn="l" defTabSz="3028173" rtl="0" eaLnBrk="1" latinLnBrk="0" hangingPunct="1">
                        <a:defRPr kumimoji="1" sz="5962" kern="1200">
                          <a:solidFill>
                            <a:schemeClr val="dk1"/>
                          </a:solidFill>
                          <a:latin typeface="Arial"/>
                          <a:ea typeface="ＭＳ Ｐゴシック"/>
                        </a:defRPr>
                      </a:lvl2pPr>
                      <a:lvl3pPr marL="3028173" algn="l" defTabSz="3028173" rtl="0" eaLnBrk="1" latinLnBrk="0" hangingPunct="1">
                        <a:defRPr kumimoji="1" sz="5962" kern="1200">
                          <a:solidFill>
                            <a:schemeClr val="dk1"/>
                          </a:solidFill>
                          <a:latin typeface="Arial"/>
                          <a:ea typeface="ＭＳ Ｐゴシック"/>
                        </a:defRPr>
                      </a:lvl3pPr>
                      <a:lvl4pPr marL="4542265" algn="l" defTabSz="3028173" rtl="0" eaLnBrk="1" latinLnBrk="0" hangingPunct="1">
                        <a:defRPr kumimoji="1" sz="5962" kern="1200">
                          <a:solidFill>
                            <a:schemeClr val="dk1"/>
                          </a:solidFill>
                          <a:latin typeface="Arial"/>
                          <a:ea typeface="ＭＳ Ｐゴシック"/>
                        </a:defRPr>
                      </a:lvl4pPr>
                      <a:lvl5pPr marL="6056352" algn="l" defTabSz="3028173" rtl="0" eaLnBrk="1" latinLnBrk="0" hangingPunct="1">
                        <a:defRPr kumimoji="1" sz="5962" kern="1200">
                          <a:solidFill>
                            <a:schemeClr val="dk1"/>
                          </a:solidFill>
                          <a:latin typeface="Arial"/>
                          <a:ea typeface="ＭＳ Ｐゴシック"/>
                        </a:defRPr>
                      </a:lvl5pPr>
                      <a:lvl6pPr marL="7570444" algn="l" defTabSz="3028173" rtl="0" eaLnBrk="1" latinLnBrk="0" hangingPunct="1">
                        <a:defRPr kumimoji="1" sz="5962" kern="1200">
                          <a:solidFill>
                            <a:schemeClr val="dk1"/>
                          </a:solidFill>
                          <a:latin typeface="Arial"/>
                          <a:ea typeface="ＭＳ Ｐゴシック"/>
                        </a:defRPr>
                      </a:lvl6pPr>
                      <a:lvl7pPr marL="9084531" algn="l" defTabSz="3028173" rtl="0" eaLnBrk="1" latinLnBrk="0" hangingPunct="1">
                        <a:defRPr kumimoji="1" sz="5962" kern="1200">
                          <a:solidFill>
                            <a:schemeClr val="dk1"/>
                          </a:solidFill>
                          <a:latin typeface="Arial"/>
                          <a:ea typeface="ＭＳ Ｐゴシック"/>
                        </a:defRPr>
                      </a:lvl7pPr>
                      <a:lvl8pPr marL="10598617" algn="l" defTabSz="3028173" rtl="0" eaLnBrk="1" latinLnBrk="0" hangingPunct="1">
                        <a:defRPr kumimoji="1" sz="5962" kern="1200">
                          <a:solidFill>
                            <a:schemeClr val="dk1"/>
                          </a:solidFill>
                          <a:latin typeface="Arial"/>
                          <a:ea typeface="ＭＳ Ｐゴシック"/>
                        </a:defRPr>
                      </a:lvl8pPr>
                      <a:lvl9pPr marL="12112704" algn="l" defTabSz="3028173" rtl="0" eaLnBrk="1" latinLnBrk="0" hangingPunct="1">
                        <a:defRPr kumimoji="1" sz="5962" kern="1200">
                          <a:solidFill>
                            <a:schemeClr val="dk1"/>
                          </a:solidFill>
                          <a:latin typeface="Arial"/>
                          <a:ea typeface="ＭＳ Ｐゴシック"/>
                        </a:defRPr>
                      </a:lvl9pPr>
                    </a:lstStyle>
                    <a:p>
                      <a:pPr algn="ctr"/>
                      <a:r>
                        <a:rPr kumimoji="1" lang="ja-JP" altLang="en-US" sz="3600" dirty="0">
                          <a:solidFill>
                            <a:srgbClr val="FF0000"/>
                          </a:solidFill>
                        </a:rPr>
                        <a:t>大</a:t>
                      </a:r>
                      <a:endParaRPr kumimoji="1" lang="ja-JP" altLang="en-US" sz="3600" dirty="0">
                        <a:solidFill>
                          <a:srgbClr val="FF0000"/>
                        </a:solidFill>
                        <a:latin typeface="+mn-ea"/>
                        <a:ea typeface="+mn-ea"/>
                      </a:endParaRPr>
                    </a:p>
                  </a:txBody>
                  <a:tcPr/>
                </a:tc>
                <a:extLst>
                  <a:ext uri="{0D108BD9-81ED-4DB2-BD59-A6C34878D82A}">
                    <a16:rowId xmlns:a16="http://schemas.microsoft.com/office/drawing/2014/main" val="4011619048"/>
                  </a:ext>
                </a:extLst>
              </a:tr>
            </a:tbl>
          </a:graphicData>
        </a:graphic>
      </p:graphicFrame>
      <p:sp>
        <p:nvSpPr>
          <p:cNvPr id="82" name="テキスト ボックス 81">
            <a:extLst>
              <a:ext uri="{FF2B5EF4-FFF2-40B4-BE49-F238E27FC236}">
                <a16:creationId xmlns:a16="http://schemas.microsoft.com/office/drawing/2014/main" id="{95ED6D68-8B84-BB35-DC63-0857E6BEAF87}"/>
              </a:ext>
            </a:extLst>
          </p:cNvPr>
          <p:cNvSpPr txBox="1"/>
          <p:nvPr/>
        </p:nvSpPr>
        <p:spPr>
          <a:xfrm>
            <a:off x="994194" y="22688683"/>
            <a:ext cx="13063138" cy="2554545"/>
          </a:xfrm>
          <a:prstGeom prst="rect">
            <a:avLst/>
          </a:prstGeom>
          <a:noFill/>
        </p:spPr>
        <p:txBody>
          <a:bodyPr wrap="square" rtlCol="0">
            <a:spAutoFit/>
          </a:bodyPr>
          <a:lstStyle/>
          <a:p>
            <a:r>
              <a:rPr kumimoji="1" lang="ja-JP" altLang="en-US" sz="4000" dirty="0">
                <a:latin typeface="+mn-ea"/>
              </a:rPr>
              <a:t>課題</a:t>
            </a:r>
            <a:r>
              <a:rPr lang="ja-JP" altLang="en-US" sz="4000" dirty="0">
                <a:latin typeface="+mn-ea"/>
              </a:rPr>
              <a:t>：</a:t>
            </a:r>
            <a:r>
              <a:rPr kumimoji="1" lang="ja-JP" altLang="en-US" sz="4000" dirty="0">
                <a:latin typeface="+mn-ea"/>
              </a:rPr>
              <a:t>プライバシーを保護しつつも</a:t>
            </a:r>
            <a:r>
              <a:rPr kumimoji="1" lang="en-US" altLang="ja-JP" sz="4000" dirty="0">
                <a:latin typeface="+mn-ea"/>
              </a:rPr>
              <a:t>, </a:t>
            </a:r>
            <a:r>
              <a:rPr kumimoji="1" lang="ja-JP" altLang="en-US" sz="4000" dirty="0">
                <a:latin typeface="+mn-ea"/>
              </a:rPr>
              <a:t>事前検知可能な</a:t>
            </a:r>
            <a:br>
              <a:rPr kumimoji="1" lang="en-US" altLang="ja-JP" sz="4000" dirty="0">
                <a:latin typeface="+mn-ea"/>
              </a:rPr>
            </a:br>
            <a:r>
              <a:rPr kumimoji="1" lang="ja-JP" altLang="en-US" sz="4000" dirty="0">
                <a:latin typeface="+mn-ea"/>
              </a:rPr>
              <a:t>　　   デバイスはまだない</a:t>
            </a:r>
            <a:endParaRPr kumimoji="1" lang="en-US" altLang="ja-JP" sz="4000" dirty="0">
              <a:latin typeface="+mn-ea"/>
            </a:endParaRPr>
          </a:p>
          <a:p>
            <a:r>
              <a:rPr lang="ja-JP" altLang="en-US" sz="4000" b="1" dirty="0">
                <a:latin typeface="+mn-ea"/>
              </a:rPr>
              <a:t>目的：残された課題に対応した自己抜去検知システム</a:t>
            </a:r>
            <a:br>
              <a:rPr lang="en-US" altLang="ja-JP" sz="4000" b="1" dirty="0">
                <a:latin typeface="+mn-ea"/>
              </a:rPr>
            </a:br>
            <a:r>
              <a:rPr lang="ja-JP" altLang="en-US" sz="4000" b="1" dirty="0">
                <a:latin typeface="+mn-ea"/>
              </a:rPr>
              <a:t>　　　の提案</a:t>
            </a:r>
            <a:endParaRPr kumimoji="1" lang="ja-JP" altLang="en-US" sz="4000" b="1" dirty="0">
              <a:latin typeface="+mn-ea"/>
            </a:endParaRPr>
          </a:p>
        </p:txBody>
      </p:sp>
      <p:sp>
        <p:nvSpPr>
          <p:cNvPr id="88" name="テキスト ボックス 16">
            <a:extLst>
              <a:ext uri="{FF2B5EF4-FFF2-40B4-BE49-F238E27FC236}">
                <a16:creationId xmlns:a16="http://schemas.microsoft.com/office/drawing/2014/main" id="{F2BAE7B6-7B5B-C233-0DEE-A8390DC6921B}"/>
              </a:ext>
            </a:extLst>
          </p:cNvPr>
          <p:cNvSpPr txBox="1"/>
          <p:nvPr/>
        </p:nvSpPr>
        <p:spPr>
          <a:xfrm>
            <a:off x="131683" y="27018066"/>
            <a:ext cx="14667732" cy="144655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4400" b="1" dirty="0">
                <a:solidFill>
                  <a:schemeClr val="tx1">
                    <a:alpha val="90000"/>
                  </a:schemeClr>
                </a:solidFill>
                <a:latin typeface="+mn-ea"/>
              </a:rPr>
              <a:t>2.1 </a:t>
            </a:r>
            <a:r>
              <a:rPr lang="ja-JP" altLang="en-US" sz="4400" b="1" dirty="0">
                <a:solidFill>
                  <a:schemeClr val="tx1">
                    <a:alpha val="90000"/>
                  </a:schemeClr>
                </a:solidFill>
                <a:latin typeface="+mn-ea"/>
              </a:rPr>
              <a:t>提案デバイス：</a:t>
            </a:r>
            <a:r>
              <a:rPr kumimoji="1" lang="ja-JP" altLang="en-US" sz="4400" b="1" dirty="0">
                <a:solidFill>
                  <a:schemeClr val="tx1">
                    <a:alpha val="90000"/>
                  </a:schemeClr>
                </a:solidFill>
                <a:latin typeface="+mn-ea"/>
              </a:rPr>
              <a:t>スマートドレッシング材</a:t>
            </a:r>
            <a:r>
              <a:rPr lang="ja-JP" altLang="en-US" sz="4400" b="1" dirty="0">
                <a:solidFill>
                  <a:schemeClr val="tx1">
                    <a:alpha val="90000"/>
                  </a:schemeClr>
                </a:solidFill>
                <a:latin typeface="+mn-ea"/>
              </a:rPr>
              <a:t> </a:t>
            </a:r>
            <a:endParaRPr lang="en-US" altLang="ja-JP" sz="4400" b="1" dirty="0">
              <a:solidFill>
                <a:schemeClr val="tx1">
                  <a:alpha val="90000"/>
                </a:schemeClr>
              </a:solidFill>
              <a:latin typeface="+mn-ea"/>
            </a:endParaRPr>
          </a:p>
          <a:p>
            <a:r>
              <a:rPr lang="ja-JP" altLang="en-US" sz="4400" b="1" dirty="0">
                <a:solidFill>
                  <a:schemeClr val="tx1">
                    <a:alpha val="90000"/>
                  </a:schemeClr>
                </a:solidFill>
                <a:latin typeface="+mn-ea"/>
              </a:rPr>
              <a:t> </a:t>
            </a:r>
            <a:r>
              <a:rPr lang="en-US" altLang="ja-JP" sz="4400" b="1" dirty="0">
                <a:solidFill>
                  <a:schemeClr val="tx1">
                    <a:alpha val="90000"/>
                  </a:schemeClr>
                </a:solidFill>
                <a:latin typeface="+mn-ea"/>
              </a:rPr>
              <a:t>				</a:t>
            </a:r>
            <a:r>
              <a:rPr lang="ja-JP" altLang="en-US" sz="4400" b="1" dirty="0">
                <a:solidFill>
                  <a:schemeClr val="tx1">
                    <a:alpha val="90000"/>
                  </a:schemeClr>
                </a:solidFill>
                <a:latin typeface="+mn-ea"/>
              </a:rPr>
              <a:t> </a:t>
            </a:r>
            <a:r>
              <a:rPr lang="en-US" altLang="ja-JP" sz="4400" b="1" dirty="0">
                <a:solidFill>
                  <a:schemeClr val="tx1">
                    <a:alpha val="90000"/>
                  </a:schemeClr>
                </a:solidFill>
                <a:latin typeface="+mn-ea"/>
              </a:rPr>
              <a:t>=</a:t>
            </a:r>
            <a:r>
              <a:rPr lang="ja-JP" altLang="en-US" sz="4400" b="1" dirty="0">
                <a:solidFill>
                  <a:schemeClr val="tx1">
                    <a:alpha val="90000"/>
                  </a:schemeClr>
                </a:solidFill>
                <a:latin typeface="+mn-ea"/>
              </a:rPr>
              <a:t>ドレッシング材</a:t>
            </a:r>
            <a:r>
              <a:rPr lang="en-US" altLang="ja-JP" sz="4400" b="1" dirty="0">
                <a:solidFill>
                  <a:schemeClr val="accent2">
                    <a:lumMod val="75000"/>
                  </a:schemeClr>
                </a:solidFill>
                <a:latin typeface="+mn-ea"/>
              </a:rPr>
              <a:t>×IoT(</a:t>
            </a:r>
            <a:r>
              <a:rPr lang="ja-JP" altLang="en-US" sz="4400" b="1" dirty="0">
                <a:solidFill>
                  <a:schemeClr val="accent2">
                    <a:lumMod val="75000"/>
                  </a:schemeClr>
                </a:solidFill>
                <a:latin typeface="+mn-ea"/>
              </a:rPr>
              <a:t>タッチセンサ</a:t>
            </a:r>
            <a:r>
              <a:rPr lang="en-US" altLang="ja-JP" sz="4400" b="1" dirty="0">
                <a:solidFill>
                  <a:schemeClr val="accent2">
                    <a:lumMod val="75000"/>
                    <a:alpha val="90000"/>
                  </a:schemeClr>
                </a:solidFill>
                <a:latin typeface="+mn-ea"/>
              </a:rPr>
              <a:t>)</a:t>
            </a:r>
            <a:endParaRPr kumimoji="1" lang="en-US" altLang="ja-JP" sz="4400" b="1" dirty="0">
              <a:solidFill>
                <a:schemeClr val="accent2">
                  <a:lumMod val="75000"/>
                  <a:alpha val="90000"/>
                </a:schemeClr>
              </a:solidFill>
              <a:latin typeface="+mn-ea"/>
            </a:endParaRPr>
          </a:p>
        </p:txBody>
      </p:sp>
      <p:sp>
        <p:nvSpPr>
          <p:cNvPr id="91" name="正方形/長方形 90">
            <a:extLst>
              <a:ext uri="{FF2B5EF4-FFF2-40B4-BE49-F238E27FC236}">
                <a16:creationId xmlns:a16="http://schemas.microsoft.com/office/drawing/2014/main" id="{A3E42759-F4E1-D99B-7F86-2DEE59EA1001}"/>
              </a:ext>
            </a:extLst>
          </p:cNvPr>
          <p:cNvSpPr/>
          <p:nvPr/>
        </p:nvSpPr>
        <p:spPr>
          <a:xfrm>
            <a:off x="0" y="28628975"/>
            <a:ext cx="7687298" cy="769441"/>
          </a:xfrm>
          <a:prstGeom prst="rect">
            <a:avLst/>
          </a:prstGeom>
          <a:solidFill>
            <a:schemeClr val="accent1">
              <a:lumMod val="75000"/>
              <a:alpha val="80000"/>
            </a:schemeClr>
          </a:solidFill>
        </p:spPr>
        <p:txBody>
          <a:bodyPr wrap="square">
            <a:spAutoFit/>
          </a:bodyPr>
          <a:lstStyle/>
          <a:p>
            <a:pPr algn="ctr"/>
            <a:r>
              <a:rPr lang="ja-JP" altLang="en-US" sz="4400" b="1" dirty="0">
                <a:solidFill>
                  <a:schemeClr val="bg1"/>
                </a:solidFill>
                <a:latin typeface="+mn-ea"/>
              </a:rPr>
              <a:t>仕組み</a:t>
            </a:r>
          </a:p>
        </p:txBody>
      </p:sp>
      <p:sp>
        <p:nvSpPr>
          <p:cNvPr id="92" name="テキスト ボックス 91">
            <a:extLst>
              <a:ext uri="{FF2B5EF4-FFF2-40B4-BE49-F238E27FC236}">
                <a16:creationId xmlns:a16="http://schemas.microsoft.com/office/drawing/2014/main" id="{783BDA49-2097-7934-EBF1-C76384B30EB0}"/>
              </a:ext>
            </a:extLst>
          </p:cNvPr>
          <p:cNvSpPr txBox="1"/>
          <p:nvPr/>
        </p:nvSpPr>
        <p:spPr>
          <a:xfrm>
            <a:off x="48097" y="28678271"/>
            <a:ext cx="8150780" cy="5262979"/>
          </a:xfrm>
          <a:prstGeom prst="rect">
            <a:avLst/>
          </a:prstGeom>
          <a:noFill/>
        </p:spPr>
        <p:txBody>
          <a:bodyPr wrap="square" rtlCol="0">
            <a:spAutoFit/>
          </a:bodyPr>
          <a:lstStyle/>
          <a:p>
            <a:endParaRPr kumimoji="1" lang="en-US" altLang="ja-JP" sz="4800" dirty="0"/>
          </a:p>
          <a:p>
            <a:pPr marL="571500" indent="-571500">
              <a:buFont typeface="Wingdings" panose="05000000000000000000" pitchFamily="2" charset="2"/>
              <a:buChar char="Ø"/>
            </a:pPr>
            <a:r>
              <a:rPr lang="en-US" altLang="ja-JP" sz="3600" dirty="0">
                <a:latin typeface="+mn-ea"/>
              </a:rPr>
              <a:t>25</a:t>
            </a:r>
            <a:r>
              <a:rPr lang="ja-JP" altLang="en-US" sz="3600" dirty="0">
                <a:latin typeface="+mn-ea"/>
              </a:rPr>
              <a:t>個のセンサで皮膚から</a:t>
            </a:r>
            <a:br>
              <a:rPr lang="en-US" altLang="ja-JP" sz="3600" dirty="0">
                <a:latin typeface="+mn-ea"/>
              </a:rPr>
            </a:br>
            <a:r>
              <a:rPr lang="ja-JP" altLang="en-US" sz="3600" dirty="0">
                <a:latin typeface="+mn-ea"/>
              </a:rPr>
              <a:t>静電容量</a:t>
            </a:r>
            <a:r>
              <a:rPr lang="en-US" altLang="ja-JP" sz="3600" dirty="0">
                <a:latin typeface="+mn-ea"/>
              </a:rPr>
              <a:t>(Raw Counts)</a:t>
            </a:r>
            <a:r>
              <a:rPr lang="ja-JP" altLang="en-US" sz="3600" dirty="0">
                <a:latin typeface="+mn-ea"/>
              </a:rPr>
              <a:t>を取得</a:t>
            </a:r>
            <a:endParaRPr lang="en-US" altLang="ja-JP" sz="3600" dirty="0">
              <a:latin typeface="+mn-ea"/>
            </a:endParaRPr>
          </a:p>
          <a:p>
            <a:pPr marL="571500" indent="-571500">
              <a:buFont typeface="Wingdings" panose="05000000000000000000" pitchFamily="2" charset="2"/>
              <a:buChar char="Ø"/>
            </a:pPr>
            <a:r>
              <a:rPr lang="ja-JP" altLang="en-US" sz="3600" dirty="0">
                <a:latin typeface="+mn-ea"/>
              </a:rPr>
              <a:t>静電容量は皮膚から</a:t>
            </a:r>
            <a:br>
              <a:rPr lang="en-US" altLang="ja-JP" sz="3600" dirty="0">
                <a:latin typeface="+mn-ea"/>
              </a:rPr>
            </a:br>
            <a:r>
              <a:rPr lang="ja-JP" altLang="en-US" sz="3600" dirty="0">
                <a:latin typeface="+mn-ea"/>
              </a:rPr>
              <a:t>離れるにつれて低下</a:t>
            </a:r>
            <a:endParaRPr lang="en-US" altLang="ja-JP" sz="3600" dirty="0">
              <a:latin typeface="+mn-ea"/>
            </a:endParaRPr>
          </a:p>
          <a:p>
            <a:endParaRPr lang="en-US" altLang="ja-JP" sz="3600" dirty="0">
              <a:latin typeface="+mn-ea"/>
            </a:endParaRPr>
          </a:p>
          <a:p>
            <a:endParaRPr lang="en-US" altLang="ja-JP" sz="3600" dirty="0">
              <a:latin typeface="+mn-ea"/>
            </a:endParaRPr>
          </a:p>
          <a:p>
            <a:pPr marL="857250" indent="-857250">
              <a:buFont typeface="Wingdings" panose="05000000000000000000" pitchFamily="2" charset="2"/>
              <a:buChar char="ü"/>
            </a:pPr>
            <a:r>
              <a:rPr kumimoji="1" lang="ja-JP" altLang="en-US" sz="3600" dirty="0">
                <a:latin typeface="+mn-ea"/>
              </a:rPr>
              <a:t>デバイスの作成，装着が簡単</a:t>
            </a:r>
            <a:endParaRPr kumimoji="1" lang="en-US" altLang="ja-JP" sz="3600" dirty="0">
              <a:latin typeface="+mn-ea"/>
            </a:endParaRPr>
          </a:p>
          <a:p>
            <a:pPr marL="857250" indent="-857250">
              <a:buClr>
                <a:schemeClr val="tx1"/>
              </a:buClr>
              <a:buFont typeface="Wingdings" panose="05000000000000000000" pitchFamily="2" charset="2"/>
              <a:buChar char="ü"/>
            </a:pPr>
            <a:r>
              <a:rPr kumimoji="1" lang="ja-JP" altLang="en-US" sz="3600" b="1" dirty="0">
                <a:solidFill>
                  <a:schemeClr val="accent2">
                    <a:lumMod val="75000"/>
                  </a:schemeClr>
                </a:solidFill>
                <a:latin typeface="+mn-ea"/>
              </a:rPr>
              <a:t>事前検知</a:t>
            </a:r>
            <a:r>
              <a:rPr kumimoji="1" lang="ja-JP" altLang="en-US" sz="3600" dirty="0">
                <a:latin typeface="+mn-ea"/>
              </a:rPr>
              <a:t>が可能</a:t>
            </a:r>
            <a:endParaRPr kumimoji="1" lang="en-US" altLang="ja-JP" sz="3600" dirty="0">
              <a:latin typeface="+mn-ea"/>
            </a:endParaRPr>
          </a:p>
        </p:txBody>
      </p:sp>
      <p:pic>
        <p:nvPicPr>
          <p:cNvPr id="93" name="図 92">
            <a:extLst>
              <a:ext uri="{FF2B5EF4-FFF2-40B4-BE49-F238E27FC236}">
                <a16:creationId xmlns:a16="http://schemas.microsoft.com/office/drawing/2014/main" id="{84D272C2-4DDE-BE7D-4B80-DD6DE0AA2DC0}"/>
              </a:ext>
            </a:extLst>
          </p:cNvPr>
          <p:cNvPicPr>
            <a:picLocks noChangeAspect="1"/>
          </p:cNvPicPr>
          <p:nvPr/>
        </p:nvPicPr>
        <p:blipFill>
          <a:blip r:embed="rId6"/>
          <a:stretch>
            <a:fillRect/>
          </a:stretch>
        </p:blipFill>
        <p:spPr>
          <a:xfrm>
            <a:off x="7308980" y="28387313"/>
            <a:ext cx="7663336" cy="5553937"/>
          </a:xfrm>
          <a:prstGeom prst="rect">
            <a:avLst/>
          </a:prstGeom>
        </p:spPr>
      </p:pic>
      <p:sp>
        <p:nvSpPr>
          <p:cNvPr id="94" name="正方形/長方形 93">
            <a:extLst>
              <a:ext uri="{FF2B5EF4-FFF2-40B4-BE49-F238E27FC236}">
                <a16:creationId xmlns:a16="http://schemas.microsoft.com/office/drawing/2014/main" id="{A74B4DB1-D517-0774-CADB-D595C3A1C54A}"/>
              </a:ext>
            </a:extLst>
          </p:cNvPr>
          <p:cNvSpPr/>
          <p:nvPr/>
        </p:nvSpPr>
        <p:spPr>
          <a:xfrm>
            <a:off x="-4048" y="31751691"/>
            <a:ext cx="7659187" cy="769441"/>
          </a:xfrm>
          <a:prstGeom prst="rect">
            <a:avLst/>
          </a:prstGeom>
          <a:solidFill>
            <a:schemeClr val="accent1">
              <a:lumMod val="75000"/>
              <a:alpha val="80000"/>
            </a:schemeClr>
          </a:solidFill>
        </p:spPr>
        <p:txBody>
          <a:bodyPr wrap="square">
            <a:spAutoFit/>
          </a:bodyPr>
          <a:lstStyle/>
          <a:p>
            <a:pPr algn="ctr"/>
            <a:r>
              <a:rPr lang="ja-JP" altLang="en-US" sz="4400" b="1" dirty="0">
                <a:solidFill>
                  <a:schemeClr val="bg1"/>
                </a:solidFill>
                <a:latin typeface="+mn-ea"/>
              </a:rPr>
              <a:t>メリット</a:t>
            </a:r>
          </a:p>
        </p:txBody>
      </p:sp>
      <p:pic>
        <p:nvPicPr>
          <p:cNvPr id="96" name="図 95" descr="ロゴ が含まれている画像">
            <a:extLst>
              <a:ext uri="{FF2B5EF4-FFF2-40B4-BE49-F238E27FC236}">
                <a16:creationId xmlns:a16="http://schemas.microsoft.com/office/drawing/2014/main" id="{A83F6C43-76B4-6CEF-6B1A-18D0CF355C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6167" y="36595465"/>
            <a:ext cx="10241722" cy="2454099"/>
          </a:xfrm>
          <a:prstGeom prst="rect">
            <a:avLst/>
          </a:prstGeom>
        </p:spPr>
      </p:pic>
      <p:sp>
        <p:nvSpPr>
          <p:cNvPr id="97" name="テキスト ボックス 16">
            <a:extLst>
              <a:ext uri="{FF2B5EF4-FFF2-40B4-BE49-F238E27FC236}">
                <a16:creationId xmlns:a16="http://schemas.microsoft.com/office/drawing/2014/main" id="{E289364A-4333-6A83-F1E4-6C7037C5F184}"/>
              </a:ext>
            </a:extLst>
          </p:cNvPr>
          <p:cNvSpPr txBox="1"/>
          <p:nvPr/>
        </p:nvSpPr>
        <p:spPr>
          <a:xfrm>
            <a:off x="222302" y="35999892"/>
            <a:ext cx="13249680" cy="769441"/>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4400" b="1" dirty="0">
                <a:solidFill>
                  <a:schemeClr val="tx1">
                    <a:alpha val="90000"/>
                  </a:schemeClr>
                </a:solidFill>
                <a:latin typeface="+mn-ea"/>
              </a:rPr>
              <a:t>2.2 </a:t>
            </a:r>
            <a:r>
              <a:rPr lang="ja-JP" altLang="en-US" sz="4400" b="1" dirty="0">
                <a:solidFill>
                  <a:schemeClr val="tx1">
                    <a:alpha val="90000"/>
                  </a:schemeClr>
                </a:solidFill>
                <a:latin typeface="+mn-ea"/>
              </a:rPr>
              <a:t>オートエンコーダによる異常検知</a:t>
            </a:r>
            <a:endParaRPr lang="en-US" altLang="ja-JP" sz="4400" b="1" dirty="0">
              <a:solidFill>
                <a:schemeClr val="tx1">
                  <a:alpha val="90000"/>
                </a:schemeClr>
              </a:solidFill>
              <a:latin typeface="+mn-ea"/>
            </a:endParaRPr>
          </a:p>
        </p:txBody>
      </p:sp>
      <p:sp>
        <p:nvSpPr>
          <p:cNvPr id="98" name="矢印: 山形 97">
            <a:extLst>
              <a:ext uri="{FF2B5EF4-FFF2-40B4-BE49-F238E27FC236}">
                <a16:creationId xmlns:a16="http://schemas.microsoft.com/office/drawing/2014/main" id="{6186E01E-026C-77B2-5791-711DD05E7E8E}"/>
              </a:ext>
            </a:extLst>
          </p:cNvPr>
          <p:cNvSpPr/>
          <p:nvPr/>
        </p:nvSpPr>
        <p:spPr>
          <a:xfrm rot="5400000">
            <a:off x="572415" y="39210504"/>
            <a:ext cx="1220505" cy="1433689"/>
          </a:xfrm>
          <a:prstGeom prst="chevron">
            <a:avLst>
              <a:gd name="adj" fmla="val 28663"/>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en-US" altLang="ja-JP" sz="3200" dirty="0">
                <a:solidFill>
                  <a:schemeClr val="tx1"/>
                </a:solidFill>
              </a:rPr>
              <a:t>Step</a:t>
            </a:r>
            <a:r>
              <a:rPr lang="en-US" altLang="ja-JP" sz="3200" dirty="0">
                <a:solidFill>
                  <a:schemeClr val="tx1"/>
                </a:solidFill>
              </a:rPr>
              <a:t>.</a:t>
            </a:r>
            <a:r>
              <a:rPr lang="ja-JP" altLang="en-US" sz="3200" dirty="0">
                <a:solidFill>
                  <a:schemeClr val="tx1"/>
                </a:solidFill>
              </a:rPr>
              <a:t> </a:t>
            </a:r>
            <a:r>
              <a:rPr kumimoji="1" lang="en-US" altLang="ja-JP" sz="3200" dirty="0">
                <a:solidFill>
                  <a:schemeClr val="tx1"/>
                </a:solidFill>
              </a:rPr>
              <a:t>1</a:t>
            </a:r>
            <a:endParaRPr kumimoji="1" lang="ja-JP" altLang="en-US" sz="3200" dirty="0">
              <a:solidFill>
                <a:schemeClr val="tx1"/>
              </a:solidFill>
            </a:endParaRPr>
          </a:p>
        </p:txBody>
      </p:sp>
      <p:sp>
        <p:nvSpPr>
          <p:cNvPr id="99" name="矢印: 山形 98">
            <a:extLst>
              <a:ext uri="{FF2B5EF4-FFF2-40B4-BE49-F238E27FC236}">
                <a16:creationId xmlns:a16="http://schemas.microsoft.com/office/drawing/2014/main" id="{5C401096-ED76-EB09-7E52-34A71C22EEC0}"/>
              </a:ext>
            </a:extLst>
          </p:cNvPr>
          <p:cNvSpPr/>
          <p:nvPr/>
        </p:nvSpPr>
        <p:spPr>
          <a:xfrm rot="5400000">
            <a:off x="597586" y="41424223"/>
            <a:ext cx="1220505" cy="1433689"/>
          </a:xfrm>
          <a:prstGeom prst="chevron">
            <a:avLst>
              <a:gd name="adj" fmla="val 28663"/>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en-US" altLang="ja-JP" sz="3200" dirty="0">
                <a:solidFill>
                  <a:schemeClr val="tx1"/>
                </a:solidFill>
              </a:rPr>
              <a:t>Step</a:t>
            </a:r>
            <a:r>
              <a:rPr lang="en-US" altLang="ja-JP" sz="3200" dirty="0">
                <a:solidFill>
                  <a:schemeClr val="tx1"/>
                </a:solidFill>
              </a:rPr>
              <a:t>.</a:t>
            </a:r>
            <a:r>
              <a:rPr lang="ja-JP" altLang="en-US" sz="3200" dirty="0">
                <a:solidFill>
                  <a:schemeClr val="tx1"/>
                </a:solidFill>
              </a:rPr>
              <a:t> </a:t>
            </a:r>
            <a:r>
              <a:rPr lang="en-US" altLang="ja-JP" sz="3200" dirty="0">
                <a:solidFill>
                  <a:schemeClr val="tx1"/>
                </a:solidFill>
              </a:rPr>
              <a:t>3</a:t>
            </a:r>
            <a:endParaRPr kumimoji="1" lang="ja-JP" altLang="en-US" sz="3200" dirty="0">
              <a:solidFill>
                <a:schemeClr val="tx1"/>
              </a:solidFill>
            </a:endParaRPr>
          </a:p>
        </p:txBody>
      </p:sp>
      <p:sp>
        <p:nvSpPr>
          <p:cNvPr id="100" name="矢印: 山形 99">
            <a:extLst>
              <a:ext uri="{FF2B5EF4-FFF2-40B4-BE49-F238E27FC236}">
                <a16:creationId xmlns:a16="http://schemas.microsoft.com/office/drawing/2014/main" id="{A84F92C5-D730-603F-83BD-D1FC9F1DB752}"/>
              </a:ext>
            </a:extLst>
          </p:cNvPr>
          <p:cNvSpPr/>
          <p:nvPr/>
        </p:nvSpPr>
        <p:spPr>
          <a:xfrm rot="5400000">
            <a:off x="572415" y="40317364"/>
            <a:ext cx="1220505" cy="1433689"/>
          </a:xfrm>
          <a:prstGeom prst="chevron">
            <a:avLst>
              <a:gd name="adj" fmla="val 28663"/>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en-US" altLang="ja-JP" sz="3200" dirty="0">
                <a:solidFill>
                  <a:schemeClr val="tx1"/>
                </a:solidFill>
              </a:rPr>
              <a:t>Step</a:t>
            </a:r>
            <a:r>
              <a:rPr lang="en-US" altLang="ja-JP" sz="3200" dirty="0">
                <a:solidFill>
                  <a:schemeClr val="tx1"/>
                </a:solidFill>
              </a:rPr>
              <a:t>.</a:t>
            </a:r>
            <a:r>
              <a:rPr lang="ja-JP" altLang="en-US" sz="3200" dirty="0">
                <a:solidFill>
                  <a:schemeClr val="tx1"/>
                </a:solidFill>
              </a:rPr>
              <a:t> </a:t>
            </a:r>
            <a:r>
              <a:rPr lang="en-US" altLang="ja-JP" sz="3200" dirty="0">
                <a:solidFill>
                  <a:schemeClr val="tx1"/>
                </a:solidFill>
              </a:rPr>
              <a:t>2</a:t>
            </a:r>
            <a:endParaRPr kumimoji="1" lang="ja-JP" altLang="en-US" sz="3200" dirty="0">
              <a:solidFill>
                <a:schemeClr val="tx1"/>
              </a:solidFill>
            </a:endParaRPr>
          </a:p>
        </p:txBody>
      </p:sp>
      <p:sp>
        <p:nvSpPr>
          <p:cNvPr id="101" name="四角形: 角を丸くする 100">
            <a:extLst>
              <a:ext uri="{FF2B5EF4-FFF2-40B4-BE49-F238E27FC236}">
                <a16:creationId xmlns:a16="http://schemas.microsoft.com/office/drawing/2014/main" id="{8F72D44E-FDFA-77E9-DFD2-65D24DDE351A}"/>
              </a:ext>
            </a:extLst>
          </p:cNvPr>
          <p:cNvSpPr/>
          <p:nvPr/>
        </p:nvSpPr>
        <p:spPr>
          <a:xfrm>
            <a:off x="1924683" y="39317096"/>
            <a:ext cx="9860235" cy="975627"/>
          </a:xfrm>
          <a:prstGeom prst="roundRect">
            <a:avLst>
              <a:gd name="adj" fmla="val 12198"/>
            </a:avLst>
          </a:prstGeom>
          <a:no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3200" dirty="0">
                <a:solidFill>
                  <a:schemeClr val="tx1"/>
                </a:solidFill>
              </a:rPr>
              <a:t>正常時のデータのみを用いて</a:t>
            </a:r>
            <a:endParaRPr kumimoji="1" lang="en-US" altLang="ja-JP" sz="3200" dirty="0">
              <a:solidFill>
                <a:schemeClr val="tx1"/>
              </a:solidFill>
            </a:endParaRPr>
          </a:p>
          <a:p>
            <a:r>
              <a:rPr kumimoji="1" lang="ja-JP" altLang="en-US" sz="3200" dirty="0">
                <a:solidFill>
                  <a:schemeClr val="tx1"/>
                </a:solidFill>
              </a:rPr>
              <a:t>入力データを圧縮し再構築する</a:t>
            </a:r>
            <a:r>
              <a:rPr kumimoji="1" lang="en-US" altLang="ja-JP" sz="3200" b="1" dirty="0">
                <a:solidFill>
                  <a:schemeClr val="tx1"/>
                </a:solidFill>
              </a:rPr>
              <a:t>AE</a:t>
            </a:r>
            <a:r>
              <a:rPr kumimoji="1" lang="ja-JP" altLang="en-US" sz="3200" b="1" dirty="0">
                <a:solidFill>
                  <a:schemeClr val="tx1"/>
                </a:solidFill>
              </a:rPr>
              <a:t>モデル</a:t>
            </a:r>
            <a:r>
              <a:rPr kumimoji="1" lang="ja-JP" altLang="en-US" sz="3200" dirty="0">
                <a:solidFill>
                  <a:schemeClr val="tx1"/>
                </a:solidFill>
              </a:rPr>
              <a:t>を学習</a:t>
            </a:r>
          </a:p>
        </p:txBody>
      </p:sp>
      <p:sp>
        <p:nvSpPr>
          <p:cNvPr id="102" name="四角形: 角を丸くする 101">
            <a:extLst>
              <a:ext uri="{FF2B5EF4-FFF2-40B4-BE49-F238E27FC236}">
                <a16:creationId xmlns:a16="http://schemas.microsoft.com/office/drawing/2014/main" id="{3F6A05BA-0884-6670-FB04-2B4FA914B349}"/>
              </a:ext>
            </a:extLst>
          </p:cNvPr>
          <p:cNvSpPr/>
          <p:nvPr/>
        </p:nvSpPr>
        <p:spPr>
          <a:xfrm>
            <a:off x="1924683" y="40393592"/>
            <a:ext cx="9860235" cy="975627"/>
          </a:xfrm>
          <a:prstGeom prst="roundRect">
            <a:avLst>
              <a:gd name="adj" fmla="val 12198"/>
            </a:avLst>
          </a:prstGeom>
          <a:no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3200" dirty="0">
                <a:solidFill>
                  <a:schemeClr val="tx1"/>
                </a:solidFill>
              </a:rPr>
              <a:t>テストデータ（正常時・異常時のデータ）を</a:t>
            </a:r>
            <a:endParaRPr lang="en-US" altLang="ja-JP" sz="3200" dirty="0">
              <a:solidFill>
                <a:schemeClr val="tx1"/>
              </a:solidFill>
            </a:endParaRPr>
          </a:p>
          <a:p>
            <a:r>
              <a:rPr lang="ja-JP" altLang="en-US" sz="3200" dirty="0">
                <a:solidFill>
                  <a:schemeClr val="tx1"/>
                </a:solidFill>
              </a:rPr>
              <a:t>学習済み</a:t>
            </a:r>
            <a:r>
              <a:rPr lang="en-US" altLang="ja-JP" sz="3200" dirty="0">
                <a:solidFill>
                  <a:schemeClr val="tx1"/>
                </a:solidFill>
              </a:rPr>
              <a:t>AE</a:t>
            </a:r>
            <a:r>
              <a:rPr lang="ja-JP" altLang="en-US" sz="3200" dirty="0">
                <a:solidFill>
                  <a:schemeClr val="tx1"/>
                </a:solidFill>
              </a:rPr>
              <a:t>モデルに入力し，時系列データを再構築</a:t>
            </a:r>
          </a:p>
        </p:txBody>
      </p:sp>
      <p:sp>
        <p:nvSpPr>
          <p:cNvPr id="103" name="四角形: 角を丸くする 102">
            <a:extLst>
              <a:ext uri="{FF2B5EF4-FFF2-40B4-BE49-F238E27FC236}">
                <a16:creationId xmlns:a16="http://schemas.microsoft.com/office/drawing/2014/main" id="{8EF000E1-CDA5-C988-BC0C-C44699B62535}"/>
              </a:ext>
            </a:extLst>
          </p:cNvPr>
          <p:cNvSpPr/>
          <p:nvPr/>
        </p:nvSpPr>
        <p:spPr>
          <a:xfrm>
            <a:off x="1924683" y="41479284"/>
            <a:ext cx="9860235" cy="975627"/>
          </a:xfrm>
          <a:prstGeom prst="roundRect">
            <a:avLst>
              <a:gd name="adj" fmla="val 12198"/>
            </a:avLst>
          </a:prstGeom>
          <a:no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3200" dirty="0">
                <a:solidFill>
                  <a:schemeClr val="tx1"/>
                </a:solidFill>
              </a:rPr>
              <a:t>再構築された時系列データと入力データの</a:t>
            </a:r>
            <a:endParaRPr lang="en-US" altLang="ja-JP" sz="3200" dirty="0">
              <a:solidFill>
                <a:schemeClr val="tx1"/>
              </a:solidFill>
            </a:endParaRPr>
          </a:p>
          <a:p>
            <a:r>
              <a:rPr lang="en-US" altLang="ja-JP" sz="3200" dirty="0">
                <a:solidFill>
                  <a:schemeClr val="tx1"/>
                </a:solidFill>
              </a:rPr>
              <a:t>RMSE(</a:t>
            </a:r>
            <a:r>
              <a:rPr lang="ja-JP" altLang="en-US" sz="3200" dirty="0">
                <a:solidFill>
                  <a:schemeClr val="tx1"/>
                </a:solidFill>
              </a:rPr>
              <a:t>二乗平均平方根誤差</a:t>
            </a:r>
            <a:r>
              <a:rPr lang="en-US" altLang="ja-JP" sz="3200" dirty="0">
                <a:solidFill>
                  <a:schemeClr val="tx1"/>
                </a:solidFill>
              </a:rPr>
              <a:t>)</a:t>
            </a:r>
            <a:r>
              <a:rPr lang="ja-JP" altLang="en-US" sz="3200" dirty="0">
                <a:solidFill>
                  <a:schemeClr val="tx1"/>
                </a:solidFill>
              </a:rPr>
              <a:t>を算出し，</a:t>
            </a:r>
            <a:r>
              <a:rPr lang="ja-JP" altLang="en-US" sz="3200" b="1" dirty="0">
                <a:solidFill>
                  <a:srgbClr val="C55A11"/>
                </a:solidFill>
              </a:rPr>
              <a:t>異常度</a:t>
            </a:r>
            <a:r>
              <a:rPr lang="ja-JP" altLang="en-US" sz="3200" dirty="0">
                <a:solidFill>
                  <a:schemeClr val="tx1"/>
                </a:solidFill>
              </a:rPr>
              <a:t>と定義</a:t>
            </a:r>
          </a:p>
        </p:txBody>
      </p:sp>
      <p:sp>
        <p:nvSpPr>
          <p:cNvPr id="104" name="正方形/長方形 103">
            <a:extLst>
              <a:ext uri="{FF2B5EF4-FFF2-40B4-BE49-F238E27FC236}">
                <a16:creationId xmlns:a16="http://schemas.microsoft.com/office/drawing/2014/main" id="{18E2D108-BEF2-C765-95AC-3424CCEAC90C}"/>
              </a:ext>
            </a:extLst>
          </p:cNvPr>
          <p:cNvSpPr/>
          <p:nvPr/>
        </p:nvSpPr>
        <p:spPr>
          <a:xfrm>
            <a:off x="15902342" y="17817206"/>
            <a:ext cx="14389104" cy="1015663"/>
          </a:xfrm>
          <a:prstGeom prst="rect">
            <a:avLst/>
          </a:prstGeom>
          <a:solidFill>
            <a:schemeClr val="accent1">
              <a:lumMod val="75000"/>
              <a:alpha val="80000"/>
            </a:schemeClr>
          </a:solidFill>
        </p:spPr>
        <p:txBody>
          <a:bodyPr wrap="square">
            <a:spAutoFit/>
          </a:bodyPr>
          <a:lstStyle/>
          <a:p>
            <a:pPr algn="ctr"/>
            <a:r>
              <a:rPr lang="en-US" altLang="ja-JP" sz="6000" b="1" dirty="0">
                <a:solidFill>
                  <a:schemeClr val="bg1"/>
                </a:solidFill>
                <a:latin typeface="+mn-ea"/>
              </a:rPr>
              <a:t>4. </a:t>
            </a:r>
            <a:r>
              <a:rPr lang="ja-JP" altLang="en-US" sz="6000" b="1" dirty="0">
                <a:solidFill>
                  <a:schemeClr val="bg1"/>
                </a:solidFill>
                <a:latin typeface="+mn-ea"/>
              </a:rPr>
              <a:t>結果と考察</a:t>
            </a:r>
            <a:endParaRPr lang="en-US" altLang="ja-JP" sz="6000" b="1" dirty="0">
              <a:solidFill>
                <a:schemeClr val="bg1"/>
              </a:solidFill>
              <a:latin typeface="+mn-ea"/>
            </a:endParaRPr>
          </a:p>
        </p:txBody>
      </p:sp>
      <p:sp>
        <p:nvSpPr>
          <p:cNvPr id="105" name="テキスト ボックス 104">
            <a:extLst>
              <a:ext uri="{FF2B5EF4-FFF2-40B4-BE49-F238E27FC236}">
                <a16:creationId xmlns:a16="http://schemas.microsoft.com/office/drawing/2014/main" id="{8C19E585-0A9C-6180-5155-B8E720452556}"/>
              </a:ext>
            </a:extLst>
          </p:cNvPr>
          <p:cNvSpPr txBox="1"/>
          <p:nvPr/>
        </p:nvSpPr>
        <p:spPr>
          <a:xfrm>
            <a:off x="175939" y="33898802"/>
            <a:ext cx="14623476" cy="2062103"/>
          </a:xfrm>
          <a:prstGeom prst="rect">
            <a:avLst/>
          </a:prstGeom>
          <a:noFill/>
        </p:spPr>
        <p:txBody>
          <a:bodyPr wrap="square" rtlCol="0">
            <a:spAutoFit/>
          </a:bodyPr>
          <a:lstStyle/>
          <a:p>
            <a:r>
              <a:rPr lang="ja-JP" altLang="en-US" sz="3200" dirty="0"/>
              <a:t>先行研究において，シートの脱離構造を利用したデバイスを提案した</a:t>
            </a:r>
            <a:r>
              <a:rPr kumimoji="1" lang="en-US" altLang="ja-JP" sz="3200" dirty="0"/>
              <a:t>[4].</a:t>
            </a:r>
            <a:r>
              <a:rPr kumimoji="1" lang="ja-JP" altLang="en-US" sz="3200" dirty="0"/>
              <a:t> </a:t>
            </a:r>
            <a:r>
              <a:rPr lang="ja-JP" altLang="en-US" sz="3200" dirty="0"/>
              <a:t>これにより自己抜去の事前検知の可能性が示された</a:t>
            </a:r>
            <a:r>
              <a:rPr lang="en-US" altLang="ja-JP" sz="3200" dirty="0"/>
              <a:t>. </a:t>
            </a:r>
            <a:r>
              <a:rPr lang="ja-JP" altLang="en-US" sz="3200" dirty="0"/>
              <a:t>本研究では</a:t>
            </a:r>
            <a:r>
              <a:rPr lang="en-US" altLang="ja-JP" sz="3200" dirty="0"/>
              <a:t>,  </a:t>
            </a:r>
            <a:r>
              <a:rPr lang="ja-JP" altLang="en-US" sz="3200" dirty="0"/>
              <a:t>このデバイスから得られるセンサ信号を利用して自動的に検知することで</a:t>
            </a:r>
            <a:r>
              <a:rPr lang="en-US" altLang="ja-JP" sz="3200" dirty="0"/>
              <a:t>, </a:t>
            </a:r>
            <a:r>
              <a:rPr lang="ja-JP" altLang="en-US" sz="3200" dirty="0"/>
              <a:t>プライバシーリスクにも対応した自己抜去検知システムを提案する</a:t>
            </a:r>
            <a:r>
              <a:rPr lang="en-US" altLang="ja-JP" sz="3200" dirty="0"/>
              <a:t>.</a:t>
            </a:r>
            <a:r>
              <a:rPr lang="ja-JP" altLang="en-US" sz="3200" dirty="0"/>
              <a:t>　</a:t>
            </a:r>
            <a:endParaRPr kumimoji="1" lang="en-US" altLang="ja-JP" sz="3200" dirty="0"/>
          </a:p>
        </p:txBody>
      </p:sp>
      <p:sp>
        <p:nvSpPr>
          <p:cNvPr id="106" name="テキスト ボックス 105">
            <a:extLst>
              <a:ext uri="{FF2B5EF4-FFF2-40B4-BE49-F238E27FC236}">
                <a16:creationId xmlns:a16="http://schemas.microsoft.com/office/drawing/2014/main" id="{9E01693D-F20D-11EA-FB6C-D2A774F25110}"/>
              </a:ext>
            </a:extLst>
          </p:cNvPr>
          <p:cNvSpPr txBox="1"/>
          <p:nvPr/>
        </p:nvSpPr>
        <p:spPr>
          <a:xfrm>
            <a:off x="10596249" y="36163542"/>
            <a:ext cx="4451752" cy="2554545"/>
          </a:xfrm>
          <a:prstGeom prst="rect">
            <a:avLst/>
          </a:prstGeom>
          <a:noFill/>
        </p:spPr>
        <p:txBody>
          <a:bodyPr wrap="square" rtlCol="0">
            <a:spAutoFit/>
          </a:bodyPr>
          <a:lstStyle/>
          <a:p>
            <a:pPr algn="ctr"/>
            <a:r>
              <a:rPr kumimoji="0" lang="ja-JP" altLang="en-US" sz="3200" kern="0" dirty="0">
                <a:solidFill>
                  <a:srgbClr val="000000"/>
                </a:solidFill>
                <a:latin typeface="+mn-ea"/>
                <a:cs typeface="Quattrocento Sans"/>
                <a:sym typeface="Quattrocento Sans"/>
              </a:rPr>
              <a:t>自己抜去につながる</a:t>
            </a:r>
            <a:br>
              <a:rPr kumimoji="0" lang="en-US" altLang="ja-JP" sz="3200" kern="0" dirty="0">
                <a:solidFill>
                  <a:srgbClr val="000000"/>
                </a:solidFill>
                <a:latin typeface="+mn-ea"/>
                <a:cs typeface="Quattrocento Sans"/>
                <a:sym typeface="Quattrocento Sans"/>
              </a:rPr>
            </a:br>
            <a:r>
              <a:rPr kumimoji="0" lang="ja-JP" altLang="en-US" sz="3200" kern="0" dirty="0">
                <a:solidFill>
                  <a:srgbClr val="000000"/>
                </a:solidFill>
                <a:latin typeface="+mn-ea"/>
                <a:cs typeface="Quattrocento Sans"/>
                <a:sym typeface="Quattrocento Sans"/>
              </a:rPr>
              <a:t>すべての引張り方の</a:t>
            </a:r>
            <a:br>
              <a:rPr kumimoji="0" lang="en-US" altLang="ja-JP" sz="3200" kern="0" dirty="0">
                <a:solidFill>
                  <a:srgbClr val="000000"/>
                </a:solidFill>
                <a:latin typeface="+mn-ea"/>
                <a:cs typeface="Quattrocento Sans"/>
                <a:sym typeface="Quattrocento Sans"/>
              </a:rPr>
            </a:br>
            <a:r>
              <a:rPr kumimoji="0" lang="ja-JP" altLang="en-US" sz="3200" kern="0" dirty="0">
                <a:solidFill>
                  <a:srgbClr val="000000"/>
                </a:solidFill>
                <a:latin typeface="+mn-ea"/>
                <a:cs typeface="Quattrocento Sans"/>
                <a:sym typeface="Quattrocento Sans"/>
              </a:rPr>
              <a:t>網羅はできない</a:t>
            </a:r>
            <a:endParaRPr kumimoji="0" lang="en-US" altLang="ja-JP" sz="3200" kern="0" dirty="0">
              <a:solidFill>
                <a:srgbClr val="000000"/>
              </a:solidFill>
              <a:latin typeface="+mn-ea"/>
              <a:cs typeface="Quattrocento Sans"/>
              <a:sym typeface="Quattrocento Sans"/>
            </a:endParaRPr>
          </a:p>
          <a:p>
            <a:endParaRPr kumimoji="1" lang="en-US" altLang="ja-JP" sz="3200" dirty="0"/>
          </a:p>
          <a:p>
            <a:pPr algn="ctr"/>
            <a:r>
              <a:rPr kumimoji="1" lang="ja-JP" altLang="en-US" sz="3200" dirty="0"/>
              <a:t>異常検知で対応</a:t>
            </a:r>
          </a:p>
        </p:txBody>
      </p:sp>
      <p:pic>
        <p:nvPicPr>
          <p:cNvPr id="107" name="図 106">
            <a:extLst>
              <a:ext uri="{FF2B5EF4-FFF2-40B4-BE49-F238E27FC236}">
                <a16:creationId xmlns:a16="http://schemas.microsoft.com/office/drawing/2014/main" id="{70166768-8374-6296-65BF-9D8F78FC674E}"/>
              </a:ext>
            </a:extLst>
          </p:cNvPr>
          <p:cNvPicPr>
            <a:picLocks noChangeAspect="1"/>
          </p:cNvPicPr>
          <p:nvPr/>
        </p:nvPicPr>
        <p:blipFill>
          <a:blip r:embed="rId8"/>
          <a:stretch>
            <a:fillRect/>
          </a:stretch>
        </p:blipFill>
        <p:spPr>
          <a:xfrm>
            <a:off x="12228848" y="37707483"/>
            <a:ext cx="1020832" cy="397611"/>
          </a:xfrm>
          <a:prstGeom prst="rect">
            <a:avLst/>
          </a:prstGeom>
        </p:spPr>
      </p:pic>
      <p:pic>
        <p:nvPicPr>
          <p:cNvPr id="110" name="図 109">
            <a:extLst>
              <a:ext uri="{FF2B5EF4-FFF2-40B4-BE49-F238E27FC236}">
                <a16:creationId xmlns:a16="http://schemas.microsoft.com/office/drawing/2014/main" id="{208E711E-FC00-457B-7D92-38E97676F4C7}"/>
              </a:ext>
            </a:extLst>
          </p:cNvPr>
          <p:cNvPicPr>
            <a:picLocks noChangeAspect="1"/>
          </p:cNvPicPr>
          <p:nvPr/>
        </p:nvPicPr>
        <p:blipFill>
          <a:blip r:embed="rId9"/>
          <a:stretch>
            <a:fillRect/>
          </a:stretch>
        </p:blipFill>
        <p:spPr>
          <a:xfrm>
            <a:off x="25124282" y="10096072"/>
            <a:ext cx="4727949" cy="2982793"/>
          </a:xfrm>
          <a:prstGeom prst="rect">
            <a:avLst/>
          </a:prstGeom>
        </p:spPr>
      </p:pic>
      <p:pic>
        <p:nvPicPr>
          <p:cNvPr id="111" name="図 110">
            <a:extLst>
              <a:ext uri="{FF2B5EF4-FFF2-40B4-BE49-F238E27FC236}">
                <a16:creationId xmlns:a16="http://schemas.microsoft.com/office/drawing/2014/main" id="{373F214C-596F-5D44-34F6-44F5BAA81785}"/>
              </a:ext>
            </a:extLst>
          </p:cNvPr>
          <p:cNvPicPr>
            <a:picLocks noChangeAspect="1"/>
          </p:cNvPicPr>
          <p:nvPr/>
        </p:nvPicPr>
        <p:blipFill>
          <a:blip r:embed="rId10"/>
          <a:stretch>
            <a:fillRect/>
          </a:stretch>
        </p:blipFill>
        <p:spPr>
          <a:xfrm>
            <a:off x="26278536" y="6032060"/>
            <a:ext cx="3076150" cy="2422468"/>
          </a:xfrm>
          <a:prstGeom prst="rect">
            <a:avLst/>
          </a:prstGeom>
        </p:spPr>
      </p:pic>
      <p:sp>
        <p:nvSpPr>
          <p:cNvPr id="112" name="テキスト ボックス 111">
            <a:extLst>
              <a:ext uri="{FF2B5EF4-FFF2-40B4-BE49-F238E27FC236}">
                <a16:creationId xmlns:a16="http://schemas.microsoft.com/office/drawing/2014/main" id="{047AF898-7998-22EF-1596-44D61AFEF413}"/>
              </a:ext>
            </a:extLst>
          </p:cNvPr>
          <p:cNvSpPr txBox="1"/>
          <p:nvPr/>
        </p:nvSpPr>
        <p:spPr>
          <a:xfrm>
            <a:off x="24801781" y="9190875"/>
            <a:ext cx="5780463"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0" i="0" u="none" strike="noStrike" kern="0" cap="none" spc="0" normalizeH="0" baseline="0" noProof="0" dirty="0">
                <a:ln>
                  <a:noFill/>
                </a:ln>
                <a:solidFill>
                  <a:srgbClr val="000000"/>
                </a:solidFill>
                <a:effectLst/>
                <a:uLnTx/>
                <a:uFillTx/>
                <a:latin typeface="+mn-ea"/>
                <a:cs typeface="Times New Roman"/>
                <a:sym typeface="Times New Roman"/>
              </a:rPr>
              <a:t>医療情報科学研究所</a:t>
            </a:r>
            <a:r>
              <a:rPr kumimoji="0" lang="en-US" altLang="ja-JP" sz="2400" b="0" i="0" u="none" strike="noStrike" kern="0" cap="none" spc="0" normalizeH="0" baseline="0" noProof="0" dirty="0">
                <a:ln>
                  <a:noFill/>
                </a:ln>
                <a:solidFill>
                  <a:srgbClr val="000000"/>
                </a:solidFill>
                <a:effectLst/>
                <a:uLnTx/>
                <a:uFillTx/>
                <a:latin typeface="+mn-ea"/>
                <a:cs typeface="Times New Roman"/>
                <a:sym typeface="Times New Roman"/>
              </a:rPr>
              <a:t>, “</a:t>
            </a:r>
            <a:r>
              <a:rPr kumimoji="0" lang="ja-JP" altLang="en-US" sz="2400" b="0" i="0" u="none" strike="noStrike" kern="0" cap="none" spc="0" normalizeH="0" baseline="0" noProof="0" dirty="0">
                <a:ln>
                  <a:noFill/>
                </a:ln>
                <a:solidFill>
                  <a:srgbClr val="000000"/>
                </a:solidFill>
                <a:effectLst/>
                <a:uLnTx/>
                <a:uFillTx/>
                <a:latin typeface="+mn-ea"/>
                <a:cs typeface="Times New Roman"/>
                <a:sym typeface="Times New Roman"/>
              </a:rPr>
              <a:t>看護が見える </a:t>
            </a:r>
            <a:r>
              <a:rPr kumimoji="0" lang="en-US" altLang="ja-JP" sz="2400" b="0" i="0" u="none" strike="noStrike" kern="0" cap="none" spc="0" normalizeH="0" baseline="0" noProof="0" dirty="0">
                <a:ln>
                  <a:noFill/>
                </a:ln>
                <a:solidFill>
                  <a:srgbClr val="000000"/>
                </a:solidFill>
                <a:effectLst/>
                <a:uLnTx/>
                <a:uFillTx/>
                <a:latin typeface="+mn-ea"/>
                <a:cs typeface="Times New Roman"/>
                <a:sym typeface="Times New Roman"/>
              </a:rPr>
              <a:t>vol.2 </a:t>
            </a:r>
            <a:r>
              <a:rPr kumimoji="0" lang="ja-JP" altLang="en-US" sz="2400" b="0" i="0" u="none" strike="noStrike" kern="0" cap="none" spc="0" normalizeH="0" baseline="0" noProof="0" dirty="0">
                <a:ln>
                  <a:noFill/>
                </a:ln>
                <a:solidFill>
                  <a:srgbClr val="000000"/>
                </a:solidFill>
                <a:effectLst/>
                <a:uLnTx/>
                <a:uFillTx/>
                <a:latin typeface="+mn-ea"/>
                <a:cs typeface="Times New Roman"/>
                <a:sym typeface="Times New Roman"/>
              </a:rPr>
              <a:t>臨床看護技術　第</a:t>
            </a:r>
            <a:r>
              <a:rPr kumimoji="0" lang="en-US" altLang="ja-JP" sz="2400" b="0" i="0" u="none" strike="noStrike" kern="0" cap="none" spc="0" normalizeH="0" baseline="0" noProof="0" dirty="0">
                <a:ln>
                  <a:noFill/>
                </a:ln>
                <a:solidFill>
                  <a:srgbClr val="000000"/>
                </a:solidFill>
                <a:effectLst/>
                <a:uLnTx/>
                <a:uFillTx/>
                <a:latin typeface="+mn-ea"/>
                <a:cs typeface="Times New Roman"/>
                <a:sym typeface="Times New Roman"/>
              </a:rPr>
              <a:t>1</a:t>
            </a:r>
            <a:r>
              <a:rPr kumimoji="0" lang="ja-JP" altLang="en-US" sz="2400" b="0" i="0" u="none" strike="noStrike" kern="0" cap="none" spc="0" normalizeH="0" baseline="0" noProof="0" dirty="0">
                <a:ln>
                  <a:noFill/>
                </a:ln>
                <a:solidFill>
                  <a:srgbClr val="000000"/>
                </a:solidFill>
                <a:effectLst/>
                <a:uLnTx/>
                <a:uFillTx/>
                <a:latin typeface="+mn-ea"/>
                <a:cs typeface="Times New Roman"/>
                <a:sym typeface="Times New Roman"/>
              </a:rPr>
              <a:t>版”</a:t>
            </a:r>
            <a:r>
              <a:rPr kumimoji="0" lang="en-US" altLang="ja-JP" sz="2400" b="0" i="0" u="none" strike="noStrike" kern="0" cap="none" spc="0" normalizeH="0" baseline="0" noProof="0" dirty="0">
                <a:ln>
                  <a:noFill/>
                </a:ln>
                <a:solidFill>
                  <a:srgbClr val="000000"/>
                </a:solidFill>
                <a:effectLst/>
                <a:uLnTx/>
                <a:uFillTx/>
                <a:latin typeface="+mn-ea"/>
                <a:cs typeface="Times New Roman"/>
                <a:sym typeface="Times New Roman"/>
              </a:rPr>
              <a:t>, p.87, 2018</a:t>
            </a:r>
            <a:endParaRPr kumimoji="0" lang="ja-JP" altLang="en-US" sz="2400" b="0" i="0" u="none" strike="noStrike" kern="0" cap="none" spc="0" normalizeH="0" baseline="0" noProof="0" dirty="0">
              <a:ln>
                <a:noFill/>
              </a:ln>
              <a:solidFill>
                <a:srgbClr val="000000"/>
              </a:solidFill>
              <a:effectLst/>
              <a:uLnTx/>
              <a:uFillTx/>
              <a:latin typeface="+mn-ea"/>
              <a:cs typeface="Century"/>
              <a:sym typeface="Century"/>
            </a:endParaRPr>
          </a:p>
        </p:txBody>
      </p:sp>
      <p:sp>
        <p:nvSpPr>
          <p:cNvPr id="113" name="テキスト ボックス 112">
            <a:extLst>
              <a:ext uri="{FF2B5EF4-FFF2-40B4-BE49-F238E27FC236}">
                <a16:creationId xmlns:a16="http://schemas.microsoft.com/office/drawing/2014/main" id="{08A7D0EE-EB48-C1CA-A991-CA693096C44D}"/>
              </a:ext>
            </a:extLst>
          </p:cNvPr>
          <p:cNvSpPr txBox="1"/>
          <p:nvPr/>
        </p:nvSpPr>
        <p:spPr>
          <a:xfrm>
            <a:off x="15557049" y="5923605"/>
            <a:ext cx="9128018" cy="12464951"/>
          </a:xfrm>
          <a:prstGeom prst="rect">
            <a:avLst/>
          </a:prstGeom>
          <a:noFill/>
        </p:spPr>
        <p:txBody>
          <a:bodyPr wrap="square" rtlCol="0">
            <a:spAutoFit/>
          </a:bodyPr>
          <a:lstStyle/>
          <a:p>
            <a:r>
              <a:rPr kumimoji="1" lang="en-US" altLang="ja-JP" sz="4400" b="1" dirty="0"/>
              <a:t>3.1 </a:t>
            </a:r>
            <a:r>
              <a:rPr lang="ja-JP" altLang="en-US" sz="4400" b="1" dirty="0">
                <a:latin typeface="+mn-ea"/>
              </a:rPr>
              <a:t>実験環境の設計</a:t>
            </a:r>
            <a:endParaRPr lang="en-US" altLang="ja-JP" sz="4400" b="1" dirty="0">
              <a:latin typeface="+mn-ea"/>
            </a:endParaRPr>
          </a:p>
          <a:p>
            <a:r>
              <a:rPr lang="ja-JP" altLang="en-US" sz="3200" dirty="0"/>
              <a:t>実際の医療現場におけるチューブ固定を再現するため</a:t>
            </a:r>
            <a:r>
              <a:rPr lang="en-US" altLang="ja-JP" sz="3200" dirty="0"/>
              <a:t>, </a:t>
            </a:r>
            <a:r>
              <a:rPr lang="ja-JP" altLang="en-US" sz="3200" dirty="0"/>
              <a:t>「</a:t>
            </a:r>
            <a:r>
              <a:rPr lang="ja-JP" altLang="en-US" sz="3200" dirty="0">
                <a:solidFill>
                  <a:srgbClr val="FF0000"/>
                </a:solidFill>
              </a:rPr>
              <a:t>ゆとり（ループ）</a:t>
            </a:r>
            <a:r>
              <a:rPr lang="ja-JP" altLang="en-US" sz="3200" dirty="0"/>
              <a:t>」を持たせた状態で固定した</a:t>
            </a:r>
            <a:r>
              <a:rPr lang="en-US" altLang="ja-JP" sz="3200" dirty="0"/>
              <a:t>. </a:t>
            </a:r>
            <a:r>
              <a:rPr lang="ja-JP" altLang="en-US" sz="3200" dirty="0"/>
              <a:t>これにより</a:t>
            </a:r>
            <a:r>
              <a:rPr lang="en-US" altLang="ja-JP" sz="3200" dirty="0"/>
              <a:t>, </a:t>
            </a:r>
            <a:r>
              <a:rPr lang="ja-JP" altLang="en-US" sz="3200" dirty="0"/>
              <a:t>即座に抜去されるのではなく、徐々に固定が剥がれていく実際の自己抜去挙動をシミュレート可能</a:t>
            </a:r>
            <a:r>
              <a:rPr lang="en-US" altLang="ja-JP" sz="3200" dirty="0"/>
              <a:t>.</a:t>
            </a:r>
          </a:p>
          <a:p>
            <a:endParaRPr kumimoji="1" lang="en-US" altLang="ja-JP" sz="3200" b="1" u="sng" dirty="0">
              <a:latin typeface="+mn-ea"/>
            </a:endParaRPr>
          </a:p>
          <a:p>
            <a:r>
              <a:rPr lang="en-US" altLang="ja-JP" sz="4400" b="1" dirty="0"/>
              <a:t>3.2 </a:t>
            </a:r>
            <a:r>
              <a:rPr lang="ja-JP" altLang="en-US" sz="4400" b="1" dirty="0"/>
              <a:t>引張り動作の定量化</a:t>
            </a:r>
            <a:endParaRPr lang="en-US" altLang="ja-JP" sz="4400" b="1" dirty="0"/>
          </a:p>
          <a:p>
            <a:r>
              <a:rPr lang="ja-JP" altLang="en-US" sz="3200" dirty="0"/>
              <a:t>実験の再現性を担保するため、チューブ先端に</a:t>
            </a:r>
            <a:r>
              <a:rPr lang="en-US" altLang="ja-JP" sz="3200" dirty="0"/>
              <a:t>3</a:t>
            </a:r>
            <a:r>
              <a:rPr lang="ja-JP" altLang="en-US" sz="3200" dirty="0"/>
              <a:t>軸加速度センサ</a:t>
            </a:r>
            <a:r>
              <a:rPr lang="en-US" altLang="ja-JP" sz="3200" dirty="0"/>
              <a:t>(Arduino Nano 33 BLE)</a:t>
            </a:r>
            <a:r>
              <a:rPr lang="ja-JP" altLang="en-US" sz="3200" dirty="0"/>
              <a:t>を取り付け</a:t>
            </a:r>
            <a:r>
              <a:rPr lang="en-US" altLang="ja-JP" sz="3200" dirty="0"/>
              <a:t>, </a:t>
            </a:r>
            <a:r>
              <a:rPr lang="ja-JP" altLang="en-US" sz="3200" dirty="0"/>
              <a:t>引張り速度を計測・定量化した。</a:t>
            </a:r>
            <a:endParaRPr lang="en-US" altLang="ja-JP" sz="3200" dirty="0"/>
          </a:p>
          <a:p>
            <a:r>
              <a:rPr lang="ja-JP" altLang="en-US" sz="3200" dirty="0"/>
              <a:t>本実験では、約 </a:t>
            </a:r>
            <a:r>
              <a:rPr lang="en-US" altLang="ja-JP" sz="3200" dirty="0">
                <a:solidFill>
                  <a:srgbClr val="FF0000"/>
                </a:solidFill>
              </a:rPr>
              <a:t>10 mm/s </a:t>
            </a:r>
            <a:r>
              <a:rPr lang="ja-JP" altLang="en-US" sz="3200" dirty="0"/>
              <a:t>の一定速度での引張り動作を行った</a:t>
            </a:r>
            <a:r>
              <a:rPr lang="en-US" altLang="ja-JP" sz="3200" dirty="0"/>
              <a:t>.</a:t>
            </a:r>
          </a:p>
          <a:p>
            <a:endParaRPr kumimoji="1" lang="en-US" altLang="ja-JP" sz="3200" dirty="0">
              <a:latin typeface="+mn-ea"/>
            </a:endParaRPr>
          </a:p>
          <a:p>
            <a:r>
              <a:rPr lang="en-US" altLang="ja-JP" sz="4400" b="1" dirty="0">
                <a:latin typeface="+mn-ea"/>
              </a:rPr>
              <a:t>3.3 </a:t>
            </a:r>
            <a:r>
              <a:rPr lang="ja-JP" altLang="en-US" sz="4400" b="1" dirty="0">
                <a:latin typeface="+mn-ea"/>
              </a:rPr>
              <a:t>実験条件</a:t>
            </a:r>
            <a:endParaRPr lang="en-US" altLang="ja-JP" sz="4400" b="1" dirty="0">
              <a:latin typeface="+mn-ea"/>
            </a:endParaRPr>
          </a:p>
          <a:p>
            <a:pPr marL="457200" lvl="0" indent="-457200" defTabSz="914400">
              <a:buFont typeface="Wingdings" panose="05000000000000000000" pitchFamily="2" charset="2"/>
              <a:buChar char="Ø"/>
              <a:defRPr/>
            </a:pPr>
            <a:r>
              <a:rPr lang="en-US" altLang="ja-JP" sz="3200" dirty="0">
                <a:solidFill>
                  <a:srgbClr val="000000"/>
                </a:solidFill>
                <a:latin typeface="+mn-ea"/>
              </a:rPr>
              <a:t>1</a:t>
            </a:r>
            <a:r>
              <a:rPr lang="ja-JP" altLang="en-US" sz="3200" dirty="0">
                <a:solidFill>
                  <a:srgbClr val="000000"/>
                </a:solidFill>
                <a:latin typeface="+mn-ea"/>
              </a:rPr>
              <a:t>回</a:t>
            </a:r>
            <a:r>
              <a:rPr lang="en-US" altLang="ja-JP" sz="3200" dirty="0">
                <a:solidFill>
                  <a:srgbClr val="000000"/>
                </a:solidFill>
                <a:latin typeface="+mn-ea"/>
              </a:rPr>
              <a:t>20</a:t>
            </a:r>
            <a:r>
              <a:rPr lang="ja-JP" altLang="en-US" sz="3200" dirty="0">
                <a:solidFill>
                  <a:srgbClr val="000000"/>
                </a:solidFill>
                <a:latin typeface="+mn-ea"/>
              </a:rPr>
              <a:t>分の引張りデータの測定</a:t>
            </a:r>
            <a:endParaRPr lang="en-US" altLang="ja-JP" sz="3200" dirty="0">
              <a:solidFill>
                <a:srgbClr val="000000"/>
              </a:solidFill>
              <a:latin typeface="+mn-ea"/>
            </a:endParaRPr>
          </a:p>
          <a:p>
            <a:pPr marL="457200" lvl="0" indent="-457200" defTabSz="914400">
              <a:buFont typeface="Wingdings" panose="05000000000000000000" pitchFamily="2" charset="2"/>
              <a:buChar char="Ø"/>
              <a:defRPr/>
            </a:pPr>
            <a:r>
              <a:rPr lang="ja-JP" altLang="en-US" sz="3200" dirty="0">
                <a:solidFill>
                  <a:srgbClr val="000000"/>
                </a:solidFill>
                <a:latin typeface="+mn-ea"/>
              </a:rPr>
              <a:t>チューブは垂直時と水平時の引張りに対して測定</a:t>
            </a:r>
            <a:endParaRPr lang="en-US" altLang="ja-JP" sz="3200" dirty="0">
              <a:solidFill>
                <a:srgbClr val="000000"/>
              </a:solidFill>
              <a:latin typeface="+mn-ea"/>
            </a:endParaRPr>
          </a:p>
          <a:p>
            <a:pPr marL="457200" lvl="0" indent="-457200" defTabSz="914400">
              <a:buFont typeface="Wingdings" panose="05000000000000000000" pitchFamily="2" charset="2"/>
              <a:buChar char="Ø"/>
              <a:defRPr/>
            </a:pPr>
            <a:r>
              <a:rPr lang="ja-JP" altLang="en-US" sz="3200" dirty="0">
                <a:solidFill>
                  <a:srgbClr val="000000"/>
                </a:solidFill>
                <a:latin typeface="+mn-ea"/>
              </a:rPr>
              <a:t>訓練データを</a:t>
            </a:r>
            <a:r>
              <a:rPr lang="en-US" altLang="ja-JP" sz="3200" dirty="0">
                <a:solidFill>
                  <a:srgbClr val="000000"/>
                </a:solidFill>
                <a:latin typeface="+mn-ea"/>
              </a:rPr>
              <a:t>7</a:t>
            </a:r>
            <a:r>
              <a:rPr lang="ja-JP" altLang="en-US" sz="3200" dirty="0">
                <a:solidFill>
                  <a:srgbClr val="000000"/>
                </a:solidFill>
                <a:latin typeface="+mn-ea"/>
              </a:rPr>
              <a:t>割とし、テストデータを</a:t>
            </a:r>
            <a:br>
              <a:rPr lang="en-US" altLang="ja-JP" sz="3200" dirty="0">
                <a:solidFill>
                  <a:srgbClr val="000000"/>
                </a:solidFill>
                <a:latin typeface="+mn-ea"/>
              </a:rPr>
            </a:br>
            <a:r>
              <a:rPr lang="ja-JP" altLang="en-US" sz="3200" dirty="0">
                <a:solidFill>
                  <a:srgbClr val="000000"/>
                </a:solidFill>
                <a:latin typeface="+mn-ea"/>
              </a:rPr>
              <a:t>残りの</a:t>
            </a:r>
            <a:r>
              <a:rPr lang="en-US" altLang="ja-JP" sz="3200" dirty="0">
                <a:solidFill>
                  <a:srgbClr val="000000"/>
                </a:solidFill>
                <a:latin typeface="+mn-ea"/>
              </a:rPr>
              <a:t>3</a:t>
            </a:r>
            <a:r>
              <a:rPr lang="ja-JP" altLang="en-US" sz="3200" dirty="0">
                <a:solidFill>
                  <a:srgbClr val="000000"/>
                </a:solidFill>
                <a:latin typeface="+mn-ea"/>
              </a:rPr>
              <a:t>割とした</a:t>
            </a:r>
            <a:r>
              <a:rPr lang="en-US" altLang="ja-JP" sz="3200" dirty="0">
                <a:solidFill>
                  <a:srgbClr val="000000"/>
                </a:solidFill>
                <a:latin typeface="+mn-ea"/>
              </a:rPr>
              <a:t>.</a:t>
            </a:r>
          </a:p>
          <a:p>
            <a:pPr marL="457200" lvl="0" indent="-457200" defTabSz="914400">
              <a:buFont typeface="Wingdings" panose="05000000000000000000" pitchFamily="2" charset="2"/>
              <a:buChar char="Ø"/>
              <a:defRPr/>
            </a:pPr>
            <a:r>
              <a:rPr lang="ja-JP" altLang="en-US" sz="3200" dirty="0"/>
              <a:t>初期状態～予兆～抜去の各状態について</a:t>
            </a:r>
            <a:r>
              <a:rPr lang="en-US" altLang="ja-JP" sz="3200" dirty="0"/>
              <a:t>,</a:t>
            </a:r>
            <a:br>
              <a:rPr lang="en-US" altLang="ja-JP" sz="3200" dirty="0"/>
            </a:br>
            <a:r>
              <a:rPr lang="en-US" altLang="ja-JP" sz="3200" dirty="0"/>
              <a:t> </a:t>
            </a:r>
            <a:r>
              <a:rPr lang="ja-JP" altLang="en-US" sz="3200" dirty="0"/>
              <a:t>インシデントレベルを付与し</a:t>
            </a:r>
            <a:r>
              <a:rPr lang="en-US" altLang="ja-JP" sz="3200" dirty="0"/>
              <a:t>(2</a:t>
            </a:r>
            <a:r>
              <a:rPr lang="ja-JP" altLang="en-US" sz="3200" dirty="0"/>
              <a:t>以上が異常</a:t>
            </a:r>
            <a:r>
              <a:rPr lang="en-US" altLang="ja-JP" sz="3200" dirty="0"/>
              <a:t>) ,</a:t>
            </a:r>
            <a:br>
              <a:rPr lang="en-US" altLang="ja-JP" sz="3200" dirty="0"/>
            </a:br>
            <a:r>
              <a:rPr lang="ja-JP" altLang="en-US" sz="3200" dirty="0"/>
              <a:t> 二値分類における評価を行う</a:t>
            </a:r>
            <a:r>
              <a:rPr lang="en-US" altLang="ja-JP" sz="3200" dirty="0"/>
              <a:t>.</a:t>
            </a:r>
            <a:endParaRPr lang="en-US" altLang="ja-JP" sz="3200" dirty="0">
              <a:solidFill>
                <a:srgbClr val="000000"/>
              </a:solidFill>
              <a:latin typeface="+mn-ea"/>
            </a:endParaRPr>
          </a:p>
          <a:p>
            <a:endParaRPr kumimoji="1" lang="ja-JP" altLang="en-US" sz="3200" dirty="0">
              <a:latin typeface="+mn-ea"/>
            </a:endParaRPr>
          </a:p>
        </p:txBody>
      </p:sp>
      <p:sp>
        <p:nvSpPr>
          <p:cNvPr id="114" name="テキスト ボックス 113">
            <a:extLst>
              <a:ext uri="{FF2B5EF4-FFF2-40B4-BE49-F238E27FC236}">
                <a16:creationId xmlns:a16="http://schemas.microsoft.com/office/drawing/2014/main" id="{35287374-BED8-81F9-12F7-7EDD11E66A98}"/>
              </a:ext>
            </a:extLst>
          </p:cNvPr>
          <p:cNvSpPr txBox="1"/>
          <p:nvPr/>
        </p:nvSpPr>
        <p:spPr>
          <a:xfrm>
            <a:off x="25534662" y="13140193"/>
            <a:ext cx="5554981" cy="584775"/>
          </a:xfrm>
          <a:prstGeom prst="rect">
            <a:avLst/>
          </a:prstGeom>
          <a:noFill/>
        </p:spPr>
        <p:txBody>
          <a:bodyPr wrap="square" rtlCol="0">
            <a:spAutoFit/>
          </a:bodyPr>
          <a:lstStyle/>
          <a:p>
            <a:r>
              <a:rPr lang="ja-JP" altLang="en-US" sz="3200" dirty="0"/>
              <a:t>引張り実験の様子</a:t>
            </a:r>
            <a:endParaRPr kumimoji="1" lang="ja-JP" altLang="en-US" sz="3200" dirty="0"/>
          </a:p>
        </p:txBody>
      </p:sp>
      <p:sp>
        <p:nvSpPr>
          <p:cNvPr id="115" name="テキスト ボックス 114">
            <a:extLst>
              <a:ext uri="{FF2B5EF4-FFF2-40B4-BE49-F238E27FC236}">
                <a16:creationId xmlns:a16="http://schemas.microsoft.com/office/drawing/2014/main" id="{55DD64C6-9F5C-E2E8-47C4-F08A35ABF94E}"/>
              </a:ext>
            </a:extLst>
          </p:cNvPr>
          <p:cNvSpPr txBox="1"/>
          <p:nvPr/>
        </p:nvSpPr>
        <p:spPr>
          <a:xfrm>
            <a:off x="25723504" y="8712285"/>
            <a:ext cx="4858740" cy="584775"/>
          </a:xfrm>
          <a:prstGeom prst="rect">
            <a:avLst/>
          </a:prstGeom>
          <a:noFill/>
        </p:spPr>
        <p:txBody>
          <a:bodyPr wrap="square" rtlCol="0">
            <a:spAutoFit/>
          </a:bodyPr>
          <a:lstStyle/>
          <a:p>
            <a:r>
              <a:rPr kumimoji="1" lang="ja-JP" altLang="en-US" sz="3200" dirty="0"/>
              <a:t>実際のチューブ固定</a:t>
            </a:r>
            <a:r>
              <a:rPr kumimoji="1" lang="en-US" altLang="ja-JP" sz="3200" dirty="0"/>
              <a:t>(</a:t>
            </a:r>
            <a:r>
              <a:rPr kumimoji="1" lang="ja-JP" altLang="en-US" sz="3200" dirty="0"/>
              <a:t>例</a:t>
            </a:r>
            <a:r>
              <a:rPr kumimoji="1" lang="en-US" altLang="ja-JP" sz="3200" dirty="0"/>
              <a:t>)</a:t>
            </a:r>
            <a:endParaRPr kumimoji="1" lang="ja-JP" altLang="en-US" sz="3200" dirty="0"/>
          </a:p>
        </p:txBody>
      </p:sp>
      <p:pic>
        <p:nvPicPr>
          <p:cNvPr id="116" name="図 115">
            <a:extLst>
              <a:ext uri="{FF2B5EF4-FFF2-40B4-BE49-F238E27FC236}">
                <a16:creationId xmlns:a16="http://schemas.microsoft.com/office/drawing/2014/main" id="{568068C4-6A72-E057-9515-B605E2EA4CD5}"/>
              </a:ext>
            </a:extLst>
          </p:cNvPr>
          <p:cNvPicPr>
            <a:picLocks noChangeAspect="1"/>
          </p:cNvPicPr>
          <p:nvPr/>
        </p:nvPicPr>
        <p:blipFill>
          <a:blip r:embed="rId11"/>
          <a:stretch>
            <a:fillRect/>
          </a:stretch>
        </p:blipFill>
        <p:spPr>
          <a:xfrm>
            <a:off x="21692067" y="19063330"/>
            <a:ext cx="8440300" cy="4785528"/>
          </a:xfrm>
          <a:prstGeom prst="rect">
            <a:avLst/>
          </a:prstGeom>
        </p:spPr>
      </p:pic>
      <p:graphicFrame>
        <p:nvGraphicFramePr>
          <p:cNvPr id="119" name="表 118">
            <a:extLst>
              <a:ext uri="{FF2B5EF4-FFF2-40B4-BE49-F238E27FC236}">
                <a16:creationId xmlns:a16="http://schemas.microsoft.com/office/drawing/2014/main" id="{6A44FD6B-A0E0-737B-85CB-CFA83A3E6A83}"/>
              </a:ext>
            </a:extLst>
          </p:cNvPr>
          <p:cNvGraphicFramePr>
            <a:graphicFrameLocks noGrp="1"/>
          </p:cNvGraphicFramePr>
          <p:nvPr>
            <p:extLst>
              <p:ext uri="{D42A27DB-BD31-4B8C-83A1-F6EECF244321}">
                <p14:modId xmlns:p14="http://schemas.microsoft.com/office/powerpoint/2010/main" val="2116741696"/>
              </p:ext>
            </p:extLst>
          </p:nvPr>
        </p:nvGraphicFramePr>
        <p:xfrm>
          <a:off x="17188564" y="29857790"/>
          <a:ext cx="11268388" cy="1737360"/>
        </p:xfrm>
        <a:graphic>
          <a:graphicData uri="http://schemas.openxmlformats.org/drawingml/2006/table">
            <a:tbl>
              <a:tblPr firstRow="1" bandRow="1">
                <a:tableStyleId>{5C22544A-7EE6-4342-B048-85BDC9FD1C3A}</a:tableStyleId>
              </a:tblPr>
              <a:tblGrid>
                <a:gridCol w="2817097">
                  <a:extLst>
                    <a:ext uri="{9D8B030D-6E8A-4147-A177-3AD203B41FA5}">
                      <a16:colId xmlns:a16="http://schemas.microsoft.com/office/drawing/2014/main" val="2691990451"/>
                    </a:ext>
                  </a:extLst>
                </a:gridCol>
                <a:gridCol w="2817097">
                  <a:extLst>
                    <a:ext uri="{9D8B030D-6E8A-4147-A177-3AD203B41FA5}">
                      <a16:colId xmlns:a16="http://schemas.microsoft.com/office/drawing/2014/main" val="601274795"/>
                    </a:ext>
                  </a:extLst>
                </a:gridCol>
                <a:gridCol w="2817097">
                  <a:extLst>
                    <a:ext uri="{9D8B030D-6E8A-4147-A177-3AD203B41FA5}">
                      <a16:colId xmlns:a16="http://schemas.microsoft.com/office/drawing/2014/main" val="2674839989"/>
                    </a:ext>
                  </a:extLst>
                </a:gridCol>
                <a:gridCol w="2817097">
                  <a:extLst>
                    <a:ext uri="{9D8B030D-6E8A-4147-A177-3AD203B41FA5}">
                      <a16:colId xmlns:a16="http://schemas.microsoft.com/office/drawing/2014/main" val="4132898849"/>
                    </a:ext>
                  </a:extLst>
                </a:gridCol>
              </a:tblGrid>
              <a:tr h="370840">
                <a:tc>
                  <a:txBody>
                    <a:bodyPr/>
                    <a:lstStyle/>
                    <a:p>
                      <a:pPr algn="ctr"/>
                      <a:r>
                        <a:rPr kumimoji="1" lang="ja-JP" altLang="en-US" sz="3200" dirty="0"/>
                        <a:t>引っ張り方向</a:t>
                      </a:r>
                    </a:p>
                  </a:txBody>
                  <a:tcPr/>
                </a:tc>
                <a:tc>
                  <a:txBody>
                    <a:bodyPr/>
                    <a:lstStyle/>
                    <a:p>
                      <a:pPr algn="ctr"/>
                      <a:r>
                        <a:rPr kumimoji="1" lang="ja-JP" altLang="en-US" sz="3200" dirty="0"/>
                        <a:t>適合率</a:t>
                      </a:r>
                    </a:p>
                  </a:txBody>
                  <a:tcPr/>
                </a:tc>
                <a:tc>
                  <a:txBody>
                    <a:bodyPr/>
                    <a:lstStyle/>
                    <a:p>
                      <a:pPr algn="ctr"/>
                      <a:r>
                        <a:rPr kumimoji="1" lang="ja-JP" altLang="en-US" sz="3200" dirty="0"/>
                        <a:t>再現率</a:t>
                      </a:r>
                    </a:p>
                  </a:txBody>
                  <a:tcPr/>
                </a:tc>
                <a:tc>
                  <a:txBody>
                    <a:bodyPr/>
                    <a:lstStyle/>
                    <a:p>
                      <a:pPr algn="ctr"/>
                      <a:r>
                        <a:rPr kumimoji="1" lang="en-US" altLang="ja-JP" sz="3200" dirty="0"/>
                        <a:t>F</a:t>
                      </a:r>
                      <a:r>
                        <a:rPr kumimoji="1" lang="ja-JP" altLang="en-US" sz="3200" dirty="0"/>
                        <a:t>値</a:t>
                      </a:r>
                    </a:p>
                  </a:txBody>
                  <a:tcPr/>
                </a:tc>
                <a:extLst>
                  <a:ext uri="{0D108BD9-81ED-4DB2-BD59-A6C34878D82A}">
                    <a16:rowId xmlns:a16="http://schemas.microsoft.com/office/drawing/2014/main" val="1460063529"/>
                  </a:ext>
                </a:extLst>
              </a:tr>
              <a:tr h="370840">
                <a:tc>
                  <a:txBody>
                    <a:bodyPr/>
                    <a:lstStyle/>
                    <a:p>
                      <a:pPr algn="ctr"/>
                      <a:r>
                        <a:rPr kumimoji="1" lang="ja-JP" altLang="en-US" sz="3200" dirty="0"/>
                        <a:t>垂直方向</a:t>
                      </a:r>
                    </a:p>
                  </a:txBody>
                  <a:tcPr/>
                </a:tc>
                <a:tc>
                  <a:txBody>
                    <a:bodyPr/>
                    <a:lstStyle/>
                    <a:p>
                      <a:pPr algn="ctr"/>
                      <a:r>
                        <a:rPr kumimoji="1" lang="en-US" altLang="ja-JP" sz="3200" dirty="0"/>
                        <a:t>0.808</a:t>
                      </a:r>
                      <a:endParaRPr kumimoji="1" lang="ja-JP" altLang="en-US" sz="3200" dirty="0"/>
                    </a:p>
                  </a:txBody>
                  <a:tcPr/>
                </a:tc>
                <a:tc>
                  <a:txBody>
                    <a:bodyPr/>
                    <a:lstStyle/>
                    <a:p>
                      <a:pPr algn="ctr"/>
                      <a:r>
                        <a:rPr kumimoji="1" lang="en-US" altLang="ja-JP" sz="3200" dirty="0">
                          <a:solidFill>
                            <a:srgbClr val="FF0000"/>
                          </a:solidFill>
                        </a:rPr>
                        <a:t>0.972</a:t>
                      </a:r>
                      <a:endParaRPr kumimoji="1" lang="ja-JP" altLang="en-US" sz="3200" dirty="0">
                        <a:solidFill>
                          <a:srgbClr val="FF0000"/>
                        </a:solidFill>
                      </a:endParaRPr>
                    </a:p>
                  </a:txBody>
                  <a:tcPr/>
                </a:tc>
                <a:tc>
                  <a:txBody>
                    <a:bodyPr/>
                    <a:lstStyle/>
                    <a:p>
                      <a:pPr algn="ctr"/>
                      <a:r>
                        <a:rPr kumimoji="1" lang="en-US" altLang="ja-JP" sz="3200" dirty="0">
                          <a:solidFill>
                            <a:srgbClr val="FF0000"/>
                          </a:solidFill>
                        </a:rPr>
                        <a:t>0.882</a:t>
                      </a:r>
                      <a:endParaRPr kumimoji="1" lang="ja-JP" altLang="en-US" sz="3200" dirty="0">
                        <a:solidFill>
                          <a:srgbClr val="FF0000"/>
                        </a:solidFill>
                      </a:endParaRPr>
                    </a:p>
                  </a:txBody>
                  <a:tcPr/>
                </a:tc>
                <a:extLst>
                  <a:ext uri="{0D108BD9-81ED-4DB2-BD59-A6C34878D82A}">
                    <a16:rowId xmlns:a16="http://schemas.microsoft.com/office/drawing/2014/main" val="1160942824"/>
                  </a:ext>
                </a:extLst>
              </a:tr>
              <a:tr h="370840">
                <a:tc>
                  <a:txBody>
                    <a:bodyPr/>
                    <a:lstStyle/>
                    <a:p>
                      <a:pPr algn="ctr"/>
                      <a:r>
                        <a:rPr kumimoji="1" lang="ja-JP" altLang="en-US" sz="3200" dirty="0"/>
                        <a:t>水平方向</a:t>
                      </a:r>
                    </a:p>
                  </a:txBody>
                  <a:tcPr/>
                </a:tc>
                <a:tc>
                  <a:txBody>
                    <a:bodyPr/>
                    <a:lstStyle/>
                    <a:p>
                      <a:pPr algn="ctr"/>
                      <a:r>
                        <a:rPr kumimoji="1" lang="en-US" altLang="ja-JP" sz="3200" dirty="0"/>
                        <a:t>0.802</a:t>
                      </a:r>
                      <a:endParaRPr kumimoji="1" lang="ja-JP" altLang="en-US" sz="3200" dirty="0"/>
                    </a:p>
                  </a:txBody>
                  <a:tcPr/>
                </a:tc>
                <a:tc>
                  <a:txBody>
                    <a:bodyPr/>
                    <a:lstStyle/>
                    <a:p>
                      <a:pPr algn="ctr"/>
                      <a:r>
                        <a:rPr kumimoji="1" lang="en-US" altLang="ja-JP" sz="3200" dirty="0"/>
                        <a:t>0.868</a:t>
                      </a:r>
                      <a:endParaRPr kumimoji="1" lang="ja-JP" altLang="en-US" sz="3200" dirty="0"/>
                    </a:p>
                  </a:txBody>
                  <a:tcPr/>
                </a:tc>
                <a:tc>
                  <a:txBody>
                    <a:bodyPr/>
                    <a:lstStyle/>
                    <a:p>
                      <a:pPr algn="ctr"/>
                      <a:r>
                        <a:rPr kumimoji="1" lang="en-US" altLang="ja-JP" sz="3200" dirty="0"/>
                        <a:t>0.833</a:t>
                      </a:r>
                      <a:endParaRPr kumimoji="1" lang="ja-JP" altLang="en-US" sz="3200" dirty="0"/>
                    </a:p>
                  </a:txBody>
                  <a:tcPr/>
                </a:tc>
                <a:extLst>
                  <a:ext uri="{0D108BD9-81ED-4DB2-BD59-A6C34878D82A}">
                    <a16:rowId xmlns:a16="http://schemas.microsoft.com/office/drawing/2014/main" val="3835671368"/>
                  </a:ext>
                </a:extLst>
              </a:tr>
            </a:tbl>
          </a:graphicData>
        </a:graphic>
      </p:graphicFrame>
      <p:sp>
        <p:nvSpPr>
          <p:cNvPr id="120" name="テキスト ボックス 119">
            <a:extLst>
              <a:ext uri="{FF2B5EF4-FFF2-40B4-BE49-F238E27FC236}">
                <a16:creationId xmlns:a16="http://schemas.microsoft.com/office/drawing/2014/main" id="{A2AB6970-2A86-2440-9BF7-559AFD55E3DE}"/>
              </a:ext>
            </a:extLst>
          </p:cNvPr>
          <p:cNvSpPr txBox="1"/>
          <p:nvPr/>
        </p:nvSpPr>
        <p:spPr>
          <a:xfrm>
            <a:off x="21834913" y="29158141"/>
            <a:ext cx="8440300" cy="584775"/>
          </a:xfrm>
          <a:prstGeom prst="rect">
            <a:avLst/>
          </a:prstGeom>
          <a:noFill/>
        </p:spPr>
        <p:txBody>
          <a:bodyPr wrap="square" rtlCol="0">
            <a:spAutoFit/>
          </a:bodyPr>
          <a:lstStyle/>
          <a:p>
            <a:r>
              <a:rPr lang="ja-JP" altLang="en-US" sz="3200" dirty="0"/>
              <a:t>水平</a:t>
            </a:r>
            <a:r>
              <a:rPr lang="ja-JP" altLang="ja-JP" sz="3200" dirty="0"/>
              <a:t>引っ張り時のセンサ信号値と異常スコア</a:t>
            </a:r>
            <a:endParaRPr kumimoji="1" lang="ja-JP" altLang="en-US" sz="3200" dirty="0"/>
          </a:p>
        </p:txBody>
      </p:sp>
      <p:pic>
        <p:nvPicPr>
          <p:cNvPr id="122" name="図 121" descr="グラフ&#10;&#10;AI 生成コンテンツは誤りを含む可能性があります。">
            <a:extLst>
              <a:ext uri="{FF2B5EF4-FFF2-40B4-BE49-F238E27FC236}">
                <a16:creationId xmlns:a16="http://schemas.microsoft.com/office/drawing/2014/main" id="{F0D7D10F-703E-4CAC-1A4A-33C02A0ACF7D}"/>
              </a:ext>
            </a:extLst>
          </p:cNvPr>
          <p:cNvPicPr>
            <a:picLocks noChangeAspect="1"/>
          </p:cNvPicPr>
          <p:nvPr/>
        </p:nvPicPr>
        <p:blipFill>
          <a:blip r:embed="rId12"/>
          <a:stretch>
            <a:fillRect/>
          </a:stretch>
        </p:blipFill>
        <p:spPr>
          <a:xfrm>
            <a:off x="21611376" y="24530345"/>
            <a:ext cx="8440300" cy="4592409"/>
          </a:xfrm>
          <a:prstGeom prst="rect">
            <a:avLst/>
          </a:prstGeom>
        </p:spPr>
      </p:pic>
      <p:sp>
        <p:nvSpPr>
          <p:cNvPr id="123" name="テキスト ボックス 122">
            <a:extLst>
              <a:ext uri="{FF2B5EF4-FFF2-40B4-BE49-F238E27FC236}">
                <a16:creationId xmlns:a16="http://schemas.microsoft.com/office/drawing/2014/main" id="{D3E51990-AB1C-0630-B091-369193F4EB76}"/>
              </a:ext>
            </a:extLst>
          </p:cNvPr>
          <p:cNvSpPr txBox="1"/>
          <p:nvPr/>
        </p:nvSpPr>
        <p:spPr>
          <a:xfrm>
            <a:off x="21858776" y="23816548"/>
            <a:ext cx="8440300" cy="584775"/>
          </a:xfrm>
          <a:prstGeom prst="rect">
            <a:avLst/>
          </a:prstGeom>
          <a:noFill/>
        </p:spPr>
        <p:txBody>
          <a:bodyPr wrap="square" rtlCol="0">
            <a:spAutoFit/>
          </a:bodyPr>
          <a:lstStyle/>
          <a:p>
            <a:r>
              <a:rPr lang="ja-JP" altLang="en-US" sz="3200" dirty="0"/>
              <a:t>垂直</a:t>
            </a:r>
            <a:r>
              <a:rPr lang="ja-JP" altLang="ja-JP" sz="3200" dirty="0"/>
              <a:t>引っ張り時のセンサ信号値と異常スコア</a:t>
            </a:r>
            <a:endParaRPr kumimoji="1" lang="ja-JP" altLang="en-US" sz="3200" dirty="0"/>
          </a:p>
        </p:txBody>
      </p:sp>
      <p:sp>
        <p:nvSpPr>
          <p:cNvPr id="126" name="テキスト ボックス 125">
            <a:extLst>
              <a:ext uri="{FF2B5EF4-FFF2-40B4-BE49-F238E27FC236}">
                <a16:creationId xmlns:a16="http://schemas.microsoft.com/office/drawing/2014/main" id="{613E242F-5616-DC6C-0459-97CA369958DA}"/>
              </a:ext>
            </a:extLst>
          </p:cNvPr>
          <p:cNvSpPr txBox="1"/>
          <p:nvPr/>
        </p:nvSpPr>
        <p:spPr>
          <a:xfrm>
            <a:off x="15348077" y="24814957"/>
            <a:ext cx="6218242" cy="5570756"/>
          </a:xfrm>
          <a:prstGeom prst="rect">
            <a:avLst/>
          </a:prstGeom>
          <a:noFill/>
        </p:spPr>
        <p:txBody>
          <a:bodyPr wrap="square" rtlCol="0">
            <a:spAutoFit/>
          </a:bodyPr>
          <a:lstStyle/>
          <a:p>
            <a:pPr marL="457200" indent="-457200">
              <a:buFont typeface="Wingdings" panose="05000000000000000000" pitchFamily="2" charset="2"/>
              <a:buChar char="Ø"/>
            </a:pPr>
            <a:r>
              <a:rPr lang="ja-JP" altLang="en-US" sz="3600" dirty="0">
                <a:latin typeface="+mn-ea"/>
              </a:rPr>
              <a:t>いずれの方向でも</a:t>
            </a:r>
            <a:r>
              <a:rPr lang="en-US" altLang="ja-JP" sz="3600" dirty="0">
                <a:latin typeface="+mn-ea"/>
              </a:rPr>
              <a:t>, </a:t>
            </a:r>
            <a:r>
              <a:rPr lang="ja-JP" altLang="en-US" sz="3600" dirty="0">
                <a:latin typeface="+mn-ea"/>
              </a:rPr>
              <a:t>完全な抜去前に異常を検出することができ，</a:t>
            </a:r>
            <a:r>
              <a:rPr lang="ja-JP" altLang="en-US" sz="3600" b="1" dirty="0">
                <a:solidFill>
                  <a:srgbClr val="C55A11"/>
                </a:solidFill>
                <a:latin typeface="+mn-ea"/>
              </a:rPr>
              <a:t>事前検知の</a:t>
            </a:r>
            <a:br>
              <a:rPr lang="en-US" altLang="ja-JP" sz="3600" b="1" dirty="0">
                <a:solidFill>
                  <a:srgbClr val="C55A11"/>
                </a:solidFill>
                <a:latin typeface="+mn-ea"/>
              </a:rPr>
            </a:br>
            <a:r>
              <a:rPr lang="ja-JP" altLang="en-US" sz="3600" b="1" dirty="0">
                <a:solidFill>
                  <a:srgbClr val="C55A11"/>
                </a:solidFill>
                <a:latin typeface="+mn-ea"/>
              </a:rPr>
              <a:t>可能性</a:t>
            </a:r>
            <a:r>
              <a:rPr lang="ja-JP" altLang="en-US" sz="3600" dirty="0">
                <a:latin typeface="+mn-ea"/>
              </a:rPr>
              <a:t>を示した</a:t>
            </a:r>
            <a:endParaRPr lang="en-US" altLang="ja-JP" sz="3600" dirty="0">
              <a:latin typeface="+mn-ea"/>
            </a:endParaRPr>
          </a:p>
          <a:p>
            <a:pPr marL="457200" indent="-457200">
              <a:buFont typeface="Wingdings" panose="05000000000000000000" pitchFamily="2" charset="2"/>
              <a:buChar char="Ø"/>
            </a:pPr>
            <a:r>
              <a:rPr lang="ja-JP" altLang="en-US" sz="3600" dirty="0">
                <a:latin typeface="+mn-ea"/>
              </a:rPr>
              <a:t>接触時に異常度が増大</a:t>
            </a:r>
            <a:br>
              <a:rPr lang="en-US" altLang="ja-JP" sz="3600" dirty="0">
                <a:latin typeface="+mn-ea"/>
              </a:rPr>
            </a:br>
            <a:r>
              <a:rPr lang="en-US" altLang="ja-JP" sz="3600" dirty="0">
                <a:latin typeface="+mn-ea"/>
              </a:rPr>
              <a:t>(</a:t>
            </a:r>
            <a:r>
              <a:rPr lang="ja-JP" altLang="en-US" sz="3600" dirty="0">
                <a:latin typeface="+mn-ea"/>
              </a:rPr>
              <a:t>接触も異常ラベルに含んでいる</a:t>
            </a:r>
            <a:r>
              <a:rPr lang="en-US" altLang="ja-JP" sz="3600" dirty="0">
                <a:latin typeface="+mn-ea"/>
              </a:rPr>
              <a:t>)</a:t>
            </a:r>
          </a:p>
          <a:p>
            <a:pPr marL="457200" indent="-457200">
              <a:buFont typeface="Wingdings" panose="05000000000000000000" pitchFamily="2" charset="2"/>
              <a:buChar char="Ø"/>
            </a:pPr>
            <a:r>
              <a:rPr lang="ja-JP" altLang="en-US" sz="3600" dirty="0">
                <a:latin typeface="+mn-ea"/>
              </a:rPr>
              <a:t>誤検知が発生しているところがある</a:t>
            </a:r>
            <a:endParaRPr lang="en-US" altLang="ja-JP" sz="3600" dirty="0">
              <a:latin typeface="+mn-ea"/>
            </a:endParaRPr>
          </a:p>
          <a:p>
            <a:pPr marL="457200" indent="-457200">
              <a:buFont typeface="Wingdings" panose="05000000000000000000" pitchFamily="2" charset="2"/>
              <a:buChar char="Ø"/>
            </a:pPr>
            <a:endParaRPr kumimoji="1" lang="ja-JP" altLang="en-US" sz="3200" dirty="0"/>
          </a:p>
        </p:txBody>
      </p:sp>
      <p:sp>
        <p:nvSpPr>
          <p:cNvPr id="127" name="テキスト ボックス 126">
            <a:extLst>
              <a:ext uri="{FF2B5EF4-FFF2-40B4-BE49-F238E27FC236}">
                <a16:creationId xmlns:a16="http://schemas.microsoft.com/office/drawing/2014/main" id="{38A68FF1-DBFA-410B-3C67-3C8807171B65}"/>
              </a:ext>
            </a:extLst>
          </p:cNvPr>
          <p:cNvSpPr txBox="1"/>
          <p:nvPr/>
        </p:nvSpPr>
        <p:spPr>
          <a:xfrm>
            <a:off x="16564360" y="19015694"/>
            <a:ext cx="3842645" cy="1938992"/>
          </a:xfrm>
          <a:prstGeom prst="rect">
            <a:avLst/>
          </a:prstGeom>
          <a:noFill/>
          <a:ln w="76200">
            <a:solidFill>
              <a:schemeClr val="accent1">
                <a:lumMod val="60000"/>
                <a:lumOff val="40000"/>
              </a:schemeClr>
            </a:solidFill>
          </a:ln>
        </p:spPr>
        <p:txBody>
          <a:bodyPr wrap="square" rtlCol="0">
            <a:spAutoFit/>
          </a:bodyPr>
          <a:lstStyle/>
          <a:p>
            <a:pPr algn="ctr"/>
            <a:r>
              <a:rPr lang="ja-JP" altLang="en-US" sz="4000" dirty="0"/>
              <a:t>静電容量の変化</a:t>
            </a:r>
            <a:endParaRPr lang="en-US" altLang="ja-JP" sz="4000" dirty="0"/>
          </a:p>
          <a:p>
            <a:pPr algn="ctr"/>
            <a:r>
              <a:rPr lang="ja-JP" altLang="en-US" sz="4000" dirty="0">
                <a:solidFill>
                  <a:srgbClr val="C55A11"/>
                </a:solidFill>
              </a:rPr>
              <a:t>正常時：</a:t>
            </a:r>
            <a:r>
              <a:rPr lang="ja-JP" altLang="en-US" sz="4000" b="1" dirty="0">
                <a:solidFill>
                  <a:srgbClr val="C55A11"/>
                </a:solidFill>
              </a:rPr>
              <a:t>安定</a:t>
            </a:r>
            <a:endParaRPr lang="en-US" altLang="ja-JP" sz="4000" b="1" dirty="0">
              <a:solidFill>
                <a:srgbClr val="C55A11"/>
              </a:solidFill>
            </a:endParaRPr>
          </a:p>
          <a:p>
            <a:pPr algn="ctr"/>
            <a:r>
              <a:rPr lang="ja-JP" altLang="en-US" sz="4000" dirty="0">
                <a:solidFill>
                  <a:srgbClr val="11AEA3"/>
                </a:solidFill>
              </a:rPr>
              <a:t>異常時：</a:t>
            </a:r>
            <a:r>
              <a:rPr lang="ja-JP" altLang="en-US" sz="4000" b="1" dirty="0">
                <a:solidFill>
                  <a:srgbClr val="11AEA3"/>
                </a:solidFill>
              </a:rPr>
              <a:t>低下</a:t>
            </a:r>
            <a:endParaRPr lang="en-US" altLang="ja-JP" sz="4000" b="1" dirty="0">
              <a:solidFill>
                <a:srgbClr val="11AEA3"/>
              </a:solidFill>
            </a:endParaRPr>
          </a:p>
        </p:txBody>
      </p:sp>
      <p:sp>
        <p:nvSpPr>
          <p:cNvPr id="256" name="二等辺三角形 255">
            <a:extLst>
              <a:ext uri="{FF2B5EF4-FFF2-40B4-BE49-F238E27FC236}">
                <a16:creationId xmlns:a16="http://schemas.microsoft.com/office/drawing/2014/main" id="{70A5355A-4647-C30C-8141-8DF53B59A199}"/>
              </a:ext>
            </a:extLst>
          </p:cNvPr>
          <p:cNvSpPr/>
          <p:nvPr/>
        </p:nvSpPr>
        <p:spPr>
          <a:xfrm rot="10800000">
            <a:off x="17780664" y="21245746"/>
            <a:ext cx="1410036" cy="1887271"/>
          </a:xfrm>
          <a:prstGeom prst="triangle">
            <a:avLst/>
          </a:prstGeom>
          <a:solidFill>
            <a:schemeClr val="accent1">
              <a:lumMod val="75000"/>
            </a:schemeClr>
          </a:solidFill>
          <a:ln>
            <a:solidFill>
              <a:srgbClr val="11AE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7" name="テキスト ボックス 256">
            <a:extLst>
              <a:ext uri="{FF2B5EF4-FFF2-40B4-BE49-F238E27FC236}">
                <a16:creationId xmlns:a16="http://schemas.microsoft.com/office/drawing/2014/main" id="{3092C2A3-A5E4-FD1A-A5B4-A9D1A4A84BC5}"/>
              </a:ext>
            </a:extLst>
          </p:cNvPr>
          <p:cNvSpPr txBox="1"/>
          <p:nvPr/>
        </p:nvSpPr>
        <p:spPr>
          <a:xfrm>
            <a:off x="16758733" y="23410269"/>
            <a:ext cx="3528284" cy="1323439"/>
          </a:xfrm>
          <a:prstGeom prst="rect">
            <a:avLst/>
          </a:prstGeom>
          <a:noFill/>
          <a:ln w="76200">
            <a:solidFill>
              <a:schemeClr val="accent1">
                <a:lumMod val="60000"/>
                <a:lumOff val="40000"/>
              </a:schemeClr>
            </a:solidFill>
          </a:ln>
        </p:spPr>
        <p:txBody>
          <a:bodyPr wrap="square" rtlCol="0">
            <a:spAutoFit/>
          </a:bodyPr>
          <a:lstStyle/>
          <a:p>
            <a:pPr algn="ctr"/>
            <a:r>
              <a:rPr lang="ja-JP" altLang="en-US" sz="4000" dirty="0"/>
              <a:t>異常度の</a:t>
            </a:r>
            <a:endParaRPr lang="en-US" altLang="ja-JP" sz="4000" dirty="0"/>
          </a:p>
          <a:p>
            <a:pPr algn="ctr"/>
            <a:r>
              <a:rPr lang="ja-JP" altLang="en-US" sz="4000" dirty="0"/>
              <a:t>変化を確認</a:t>
            </a:r>
            <a:endParaRPr lang="en-US" altLang="ja-JP" sz="4000" dirty="0"/>
          </a:p>
        </p:txBody>
      </p:sp>
      <p:sp>
        <p:nvSpPr>
          <p:cNvPr id="258" name="テキスト ボックス 257">
            <a:extLst>
              <a:ext uri="{FF2B5EF4-FFF2-40B4-BE49-F238E27FC236}">
                <a16:creationId xmlns:a16="http://schemas.microsoft.com/office/drawing/2014/main" id="{8F8CFD3E-ABD8-095F-4E95-6C114FFE6967}"/>
              </a:ext>
            </a:extLst>
          </p:cNvPr>
          <p:cNvSpPr txBox="1"/>
          <p:nvPr/>
        </p:nvSpPr>
        <p:spPr>
          <a:xfrm>
            <a:off x="15750429" y="31603394"/>
            <a:ext cx="14524784" cy="2554545"/>
          </a:xfrm>
          <a:prstGeom prst="rect">
            <a:avLst/>
          </a:prstGeom>
          <a:noFill/>
        </p:spPr>
        <p:txBody>
          <a:bodyPr wrap="square" rtlCol="0">
            <a:spAutoFit/>
          </a:bodyPr>
          <a:lstStyle/>
          <a:p>
            <a:r>
              <a:rPr lang="ja-JP" altLang="en-US" sz="3200" dirty="0"/>
              <a:t>垂直方向では特に高い再現率 </a:t>
            </a:r>
            <a:r>
              <a:rPr lang="en-US" altLang="ja-JP" sz="3200" dirty="0"/>
              <a:t>(0.972) </a:t>
            </a:r>
            <a:r>
              <a:rPr lang="ja-JP" altLang="en-US" sz="3200" dirty="0"/>
              <a:t>を達成し、見逃しの少ない検知が可能であることを示した </a:t>
            </a:r>
            <a:r>
              <a:rPr lang="en-US" altLang="ja-JP" sz="3200" dirty="0"/>
              <a:t>.</a:t>
            </a:r>
            <a:r>
              <a:rPr lang="ja-JP" altLang="en-US" sz="3200" dirty="0"/>
              <a:t> しかし</a:t>
            </a:r>
            <a:r>
              <a:rPr lang="en-US" altLang="ja-JP" sz="3200" dirty="0"/>
              <a:t>, </a:t>
            </a:r>
            <a:r>
              <a:rPr lang="ja-JP" altLang="en-US" sz="3200" dirty="0"/>
              <a:t>引張り方向による特性差も見られた</a:t>
            </a:r>
            <a:r>
              <a:rPr lang="en-US" altLang="ja-JP" sz="3200" dirty="0"/>
              <a:t>. </a:t>
            </a:r>
            <a:r>
              <a:rPr lang="ja-JP" altLang="en-US" sz="3200" dirty="0"/>
              <a:t>水平方向はチューブが滑るように抜けるため</a:t>
            </a:r>
            <a:r>
              <a:rPr lang="en-US" altLang="ja-JP" sz="3200" dirty="0"/>
              <a:t>, </a:t>
            </a:r>
            <a:r>
              <a:rPr lang="ja-JP" altLang="en-US" sz="3200" dirty="0"/>
              <a:t>垂直方向に比べて異常度が上がりにくく</a:t>
            </a:r>
            <a:r>
              <a:rPr lang="en-US" altLang="ja-JP" sz="3200" dirty="0"/>
              <a:t>, </a:t>
            </a:r>
            <a:br>
              <a:rPr lang="en-US" altLang="ja-JP" sz="3200" dirty="0"/>
            </a:br>
            <a:r>
              <a:rPr lang="ja-JP" altLang="en-US" sz="3200" dirty="0"/>
              <a:t>精度がやや低下した</a:t>
            </a:r>
            <a:r>
              <a:rPr lang="en-US" altLang="ja-JP" sz="3200" dirty="0"/>
              <a:t>. </a:t>
            </a:r>
            <a:r>
              <a:rPr lang="ja-JP" altLang="en-US" sz="3200" dirty="0"/>
              <a:t> このことから、</a:t>
            </a:r>
            <a:r>
              <a:rPr lang="ja-JP" altLang="en-US" sz="3200" dirty="0">
                <a:solidFill>
                  <a:srgbClr val="FF0000"/>
                </a:solidFill>
              </a:rPr>
              <a:t>方向特性を考慮した閾値設定等の対策が求められる </a:t>
            </a:r>
            <a:r>
              <a:rPr lang="en-US" altLang="ja-JP" sz="3200" dirty="0"/>
              <a:t>.</a:t>
            </a:r>
            <a:endParaRPr kumimoji="1" lang="ja-JP" altLang="en-US" sz="3200" dirty="0"/>
          </a:p>
        </p:txBody>
      </p:sp>
      <p:sp>
        <p:nvSpPr>
          <p:cNvPr id="259" name="テキスト ボックス 16">
            <a:extLst>
              <a:ext uri="{FF2B5EF4-FFF2-40B4-BE49-F238E27FC236}">
                <a16:creationId xmlns:a16="http://schemas.microsoft.com/office/drawing/2014/main" id="{E1D644B3-A6F2-1FF4-BAFD-9855D5540564}"/>
              </a:ext>
            </a:extLst>
          </p:cNvPr>
          <p:cNvSpPr txBox="1"/>
          <p:nvPr/>
        </p:nvSpPr>
        <p:spPr>
          <a:xfrm>
            <a:off x="15922901" y="35117613"/>
            <a:ext cx="14179840" cy="3416320"/>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3600" dirty="0"/>
              <a:t>本研究では，スマートドレッシング材を用いた自己抜去検知システムを提案した．</a:t>
            </a:r>
            <a:r>
              <a:rPr lang="ja-JP" altLang="en-US" sz="3600" b="1" dirty="0"/>
              <a:t>本研究の目的である</a:t>
            </a:r>
            <a:r>
              <a:rPr lang="en-US" altLang="ja-JP" sz="3600" b="1" dirty="0"/>
              <a:t>,  </a:t>
            </a:r>
            <a:r>
              <a:rPr lang="ja-JP" altLang="en-US" sz="3600" b="1" dirty="0"/>
              <a:t>プライバシーを保護しつつも事前検知を行う可能性を示せた</a:t>
            </a:r>
            <a:r>
              <a:rPr lang="ja-JP" altLang="en-US" sz="3600" dirty="0"/>
              <a:t>が，定性的なラベル付けの妥当性や接触時の扱い</a:t>
            </a:r>
            <a:r>
              <a:rPr lang="en-US" altLang="ja-JP" sz="3600" dirty="0"/>
              <a:t>, </a:t>
            </a:r>
            <a:r>
              <a:rPr lang="ja-JP" altLang="en-US" sz="3600" dirty="0"/>
              <a:t>しきい値の設定方法など，まだ解決すべき問題は多く残されている．今後は，より臨床に 近い条件での実験を行い，その評価を行うことが課題である．</a:t>
            </a:r>
            <a:endParaRPr lang="en-US" altLang="ja-JP" sz="3600" dirty="0">
              <a:solidFill>
                <a:schemeClr val="tx1">
                  <a:lumMod val="85000"/>
                  <a:lumOff val="15000"/>
                </a:schemeClr>
              </a:solidFill>
              <a:latin typeface="+mn-ea"/>
            </a:endParaRPr>
          </a:p>
        </p:txBody>
      </p:sp>
      <p:sp>
        <p:nvSpPr>
          <p:cNvPr id="260" name="正方形/長方形 259">
            <a:extLst>
              <a:ext uri="{FF2B5EF4-FFF2-40B4-BE49-F238E27FC236}">
                <a16:creationId xmlns:a16="http://schemas.microsoft.com/office/drawing/2014/main" id="{7880265E-A63E-D586-B6FE-9BF8D9946DEB}"/>
              </a:ext>
            </a:extLst>
          </p:cNvPr>
          <p:cNvSpPr/>
          <p:nvPr/>
        </p:nvSpPr>
        <p:spPr>
          <a:xfrm>
            <a:off x="26774850" y="26986441"/>
            <a:ext cx="465995" cy="612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1" name="テキスト ボックス 260">
            <a:extLst>
              <a:ext uri="{FF2B5EF4-FFF2-40B4-BE49-F238E27FC236}">
                <a16:creationId xmlns:a16="http://schemas.microsoft.com/office/drawing/2014/main" id="{163FAA0E-A888-3691-FBFA-D7B93970C8D2}"/>
              </a:ext>
            </a:extLst>
          </p:cNvPr>
          <p:cNvSpPr txBox="1"/>
          <p:nvPr/>
        </p:nvSpPr>
        <p:spPr>
          <a:xfrm>
            <a:off x="26078926" y="26370105"/>
            <a:ext cx="1949856" cy="584775"/>
          </a:xfrm>
          <a:prstGeom prst="rect">
            <a:avLst/>
          </a:prstGeom>
          <a:noFill/>
        </p:spPr>
        <p:txBody>
          <a:bodyPr wrap="square" rtlCol="0">
            <a:spAutoFit/>
          </a:bodyPr>
          <a:lstStyle/>
          <a:p>
            <a:r>
              <a:rPr lang="ja-JP" altLang="en-US" sz="3200" dirty="0"/>
              <a:t>誤検知</a:t>
            </a:r>
            <a:endParaRPr kumimoji="1" lang="ja-JP" altLang="en-US" sz="3200" dirty="0"/>
          </a:p>
        </p:txBody>
      </p:sp>
      <p:pic>
        <p:nvPicPr>
          <p:cNvPr id="262" name="図 261">
            <a:extLst>
              <a:ext uri="{FF2B5EF4-FFF2-40B4-BE49-F238E27FC236}">
                <a16:creationId xmlns:a16="http://schemas.microsoft.com/office/drawing/2014/main" id="{588C4BD0-4033-1475-1891-35A838ADEFEA}"/>
              </a:ext>
            </a:extLst>
          </p:cNvPr>
          <p:cNvPicPr>
            <a:picLocks noChangeAspect="1"/>
          </p:cNvPicPr>
          <p:nvPr/>
        </p:nvPicPr>
        <p:blipFill>
          <a:blip r:embed="rId13"/>
          <a:stretch>
            <a:fillRect/>
          </a:stretch>
        </p:blipFill>
        <p:spPr>
          <a:xfrm>
            <a:off x="25779051" y="13779883"/>
            <a:ext cx="2677901" cy="3269437"/>
          </a:xfrm>
          <a:prstGeom prst="rect">
            <a:avLst/>
          </a:prstGeom>
        </p:spPr>
      </p:pic>
      <p:sp>
        <p:nvSpPr>
          <p:cNvPr id="263" name="テキスト ボックス 262">
            <a:extLst>
              <a:ext uri="{FF2B5EF4-FFF2-40B4-BE49-F238E27FC236}">
                <a16:creationId xmlns:a16="http://schemas.microsoft.com/office/drawing/2014/main" id="{0DFAA5CD-8457-EC7F-C385-CE9754A7CFDB}"/>
              </a:ext>
            </a:extLst>
          </p:cNvPr>
          <p:cNvSpPr txBox="1"/>
          <p:nvPr/>
        </p:nvSpPr>
        <p:spPr>
          <a:xfrm>
            <a:off x="25251292" y="17178342"/>
            <a:ext cx="4386740" cy="584775"/>
          </a:xfrm>
          <a:prstGeom prst="rect">
            <a:avLst/>
          </a:prstGeom>
          <a:noFill/>
        </p:spPr>
        <p:txBody>
          <a:bodyPr wrap="square" rtlCol="0">
            <a:spAutoFit/>
          </a:bodyPr>
          <a:lstStyle/>
          <a:p>
            <a:r>
              <a:rPr kumimoji="1" lang="ja-JP" altLang="en-US" sz="3200" dirty="0"/>
              <a:t>引っ張り方向の定義</a:t>
            </a:r>
          </a:p>
        </p:txBody>
      </p:sp>
    </p:spTree>
    <p:extLst>
      <p:ext uri="{BB962C8B-B14F-4D97-AF65-F5344CB8AC3E}">
        <p14:creationId xmlns:p14="http://schemas.microsoft.com/office/powerpoint/2010/main" val="3155613650"/>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3CCD8590AF11449B8FF04FDB74EFFBB" ma:contentTypeVersion="1" ma:contentTypeDescription="新しいドキュメントを作成します。" ma:contentTypeScope="" ma:versionID="472224136dbd69ecc2ebf6b4652e7640">
  <xsd:schema xmlns:xsd="http://www.w3.org/2001/XMLSchema" xmlns:xs="http://www.w3.org/2001/XMLSchema" xmlns:p="http://schemas.microsoft.com/office/2006/metadata/properties" xmlns:ns3="f981b95a-0b9c-40d8-b56d-862c7f782141" targetNamespace="http://schemas.microsoft.com/office/2006/metadata/properties" ma:root="true" ma:fieldsID="3b1ad59aec0c0b772080c6b1f39c5d09" ns3:_="">
    <xsd:import namespace="f981b95a-0b9c-40d8-b56d-862c7f782141"/>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81b95a-0b9c-40d8-b56d-862c7f78214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75C80D-BCA4-47D1-8501-60FBCEA4015D}">
  <ds:schemaRefs>
    <ds:schemaRef ds:uri="http://schemas.microsoft.com/sharepoint/v3/contenttype/forms"/>
  </ds:schemaRefs>
</ds:datastoreItem>
</file>

<file path=customXml/itemProps2.xml><?xml version="1.0" encoding="utf-8"?>
<ds:datastoreItem xmlns:ds="http://schemas.openxmlformats.org/officeDocument/2006/customXml" ds:itemID="{8C7F9AC2-51D3-422A-99FA-AF2DA603FA19}">
  <ds:schemaRefs>
    <ds:schemaRef ds:uri="http://schemas.openxmlformats.org/package/2006/metadata/core-properties"/>
    <ds:schemaRef ds:uri="http://purl.org/dc/dcmitype/"/>
    <ds:schemaRef ds:uri="http://schemas.microsoft.com/office/2006/documentManagement/types"/>
    <ds:schemaRef ds:uri="f981b95a-0b9c-40d8-b56d-862c7f782141"/>
    <ds:schemaRef ds:uri="http://schemas.microsoft.com/office/infopath/2007/PartnerControls"/>
    <ds:schemaRef ds:uri="http://schemas.microsoft.com/office/2006/metadata/properties"/>
    <ds:schemaRef ds:uri="http://www.w3.org/XML/1998/namespace"/>
    <ds:schemaRef ds:uri="http://purl.org/dc/terms/"/>
    <ds:schemaRef ds:uri="http://purl.org/dc/elements/1.1/"/>
  </ds:schemaRefs>
</ds:datastoreItem>
</file>

<file path=customXml/itemProps3.xml><?xml version="1.0" encoding="utf-8"?>
<ds:datastoreItem xmlns:ds="http://schemas.openxmlformats.org/officeDocument/2006/customXml" ds:itemID="{83E86858-9965-44E9-9C69-8392BA90CF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81b95a-0b9c-40d8-b56d-862c7f7821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10865</TotalTime>
  <Words>1166</Words>
  <Application>Microsoft Office PowerPoint</Application>
  <PresentationFormat>ユーザー設定</PresentationFormat>
  <Paragraphs>108</Paragraphs>
  <Slides>1</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vt:i4>
      </vt:variant>
    </vt:vector>
  </HeadingPairs>
  <TitlesOfParts>
    <vt:vector size="8" baseType="lpstr">
      <vt:lpstr>ＭＳ Ｐゴシック</vt:lpstr>
      <vt:lpstr>游ゴシック</vt:lpstr>
      <vt:lpstr>Arial</vt:lpstr>
      <vt:lpstr>Calibri</vt:lpstr>
      <vt:lpstr>Calibri Light</vt:lpstr>
      <vt:lpstr>Wingdings</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Yamato Muroi</dc:creator>
  <cp:lastModifiedBy>裕也 坂口</cp:lastModifiedBy>
  <cp:revision>129</cp:revision>
  <cp:lastPrinted>2023-09-06T08:38:26Z</cp:lastPrinted>
  <dcterms:created xsi:type="dcterms:W3CDTF">2023-08-18T01:30:35Z</dcterms:created>
  <dcterms:modified xsi:type="dcterms:W3CDTF">2025-11-28T07:58:39Z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0x01010083CCD8590AF11449B8FF04FDB74EFFBB</vt:lpwstr>
  </property>
</Properties>
</file>